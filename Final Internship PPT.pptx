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657" r:id="rId2"/>
    <p:sldId id="2147483184" r:id="rId3"/>
    <p:sldId id="2147483185" r:id="rId4"/>
    <p:sldId id="2147483186" r:id="rId5"/>
    <p:sldId id="2147483194" r:id="rId6"/>
    <p:sldId id="2147483187" r:id="rId7"/>
    <p:sldId id="2147483188" r:id="rId8"/>
    <p:sldId id="2147483189" r:id="rId9"/>
    <p:sldId id="2147483190" r:id="rId10"/>
    <p:sldId id="2147483191" r:id="rId11"/>
    <p:sldId id="2147483192" r:id="rId12"/>
    <p:sldId id="2147483193" r:id="rId13"/>
    <p:sldId id="26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914"/>
    <a:srgbClr val="C85C12"/>
    <a:srgbClr val="EB6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9E314-0BD5-4364-8175-E5D04926856D}" v="85" dt="2026-07-15T07:26:09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bhav Singwi" userId="1cc22143-55b0-4a81-8320-34713b668875" providerId="ADAL" clId="{49E71121-2063-417C-908C-E00CA109C003}"/>
    <pc:docChg chg="undo redo custSel addSld delSld modSld sldOrd modMainMaster">
      <pc:chgData name="Sambhav Singwi" userId="1cc22143-55b0-4a81-8320-34713b668875" providerId="ADAL" clId="{49E71121-2063-417C-908C-E00CA109C003}" dt="2026-07-15T07:29:05.248" v="4736" actId="20577"/>
      <pc:docMkLst>
        <pc:docMk/>
      </pc:docMkLst>
      <pc:sldChg chg="addSp modSp del mod setBg">
        <pc:chgData name="Sambhav Singwi" userId="1cc22143-55b0-4a81-8320-34713b668875" providerId="ADAL" clId="{49E71121-2063-417C-908C-E00CA109C003}" dt="2026-07-14T18:28:50.725" v="4266" actId="47"/>
        <pc:sldMkLst>
          <pc:docMk/>
          <pc:sldMk cId="0" sldId="256"/>
        </pc:sldMkLst>
        <pc:spChg chg="mod">
          <ac:chgData name="Sambhav Singwi" userId="1cc22143-55b0-4a81-8320-34713b668875" providerId="ADAL" clId="{49E71121-2063-417C-908C-E00CA109C003}" dt="2026-07-14T16:15:42.439" v="81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35.401" v="87" actId="138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28.333" v="86" actId="138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7:12.355" v="93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38:16.719" v="250" actId="208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6:16:05.357" v="84" actId="207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6:18:04.692" v="97"/>
          <ac:spMkLst>
            <pc:docMk/>
            <pc:sldMk cId="0" sldId="256"/>
            <ac:spMk id="30" creationId="{000B3BE6-ADB0-F9B1-E9F3-8AAF956E53E8}"/>
          </ac:spMkLst>
        </pc:sp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13" creationId="{959F7662-1083-9FB3-AB5B-3A1BA062E764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15" creationId="{09466050-BB61-72A4-078D-658F087126AE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16" creationId="{4DA18B12-C5ED-2D3D-8A96-55A1101FA5DF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17" creationId="{E4CDE3CD-E6F3-D3B4-7102-32623C9E6D2A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19" creationId="{65BD270C-3B56-D2D5-5680-DA53548A285D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22" creationId="{009DA55C-C08F-8372-F72A-83F142938B1C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23" creationId="{3FF8D076-F868-510E-4237-5A354A29AD07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25" creationId="{EE90C703-2DAA-E03E-C424-2A5BD0F88BE6}"/>
          </ac:graphicFrameMkLst>
        </pc:graphicFrameChg>
        <pc:graphicFrameChg chg="add mod">
          <ac:chgData name="Sambhav Singwi" userId="1cc22143-55b0-4a81-8320-34713b668875" providerId="ADAL" clId="{49E71121-2063-417C-908C-E00CA109C003}" dt="2026-07-14T16:17:59.519" v="96"/>
          <ac:graphicFrameMkLst>
            <pc:docMk/>
            <pc:sldMk cId="0" sldId="256"/>
            <ac:graphicFrameMk id="26" creationId="{7F1531F6-F4DE-1EF7-7F29-98CB6F947717}"/>
          </ac:graphicFrameMkLst>
        </pc:graphicFrameChg>
      </pc:sldChg>
      <pc:sldChg chg="delSp modSp del mod">
        <pc:chgData name="Sambhav Singwi" userId="1cc22143-55b0-4a81-8320-34713b668875" providerId="ADAL" clId="{49E71121-2063-417C-908C-E00CA109C003}" dt="2026-07-14T17:26:00.201" v="2717" actId="47"/>
        <pc:sldMkLst>
          <pc:docMk/>
          <pc:sldMk cId="0" sldId="257"/>
        </pc:sldMkLst>
        <pc:spChg chg="del">
          <ac:chgData name="Sambhav Singwi" userId="1cc22143-55b0-4a81-8320-34713b668875" providerId="ADAL" clId="{49E71121-2063-417C-908C-E00CA109C003}" dt="2026-07-14T17:23:04.133" v="2693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47.109" v="2714" actId="21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3:51.265" v="2701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5:11.061" v="2708" actId="207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3:51.265" v="2701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5:11.061" v="2708" actId="207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5:11.061" v="2708" actId="207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25:31.446" v="2710" actId="2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5:01.588" v="2707" actId="13822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3:42.497" v="2700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5:11.061" v="2708" actId="207"/>
          <ac:spMkLst>
            <pc:docMk/>
            <pc:sldMk cId="0" sldId="257"/>
            <ac:spMk id="21" creationId="{00000000-0000-0000-0000-000000000000}"/>
          </ac:spMkLst>
        </pc:spChg>
      </pc:sldChg>
      <pc:sldChg chg="delSp modSp del mod">
        <pc:chgData name="Sambhav Singwi" userId="1cc22143-55b0-4a81-8320-34713b668875" providerId="ADAL" clId="{49E71121-2063-417C-908C-E00CA109C003}" dt="2026-07-14T17:36:11.451" v="3073" actId="47"/>
        <pc:sldMkLst>
          <pc:docMk/>
          <pc:sldMk cId="0" sldId="258"/>
        </pc:sldMkLst>
        <pc:spChg chg="del">
          <ac:chgData name="Sambhav Singwi" userId="1cc22143-55b0-4a81-8320-34713b668875" providerId="ADAL" clId="{49E71121-2063-417C-908C-E00CA109C003}" dt="2026-07-14T17:32:20.548" v="2854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7:36.897" v="2774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8:35.682" v="2782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8:35.682" v="2782" actId="207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8:35.682" v="2782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2:11.680" v="2853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8:35.682" v="2782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8:35.682" v="2782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2:11.680" v="2853" actId="207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2:11.680" v="2853" actId="207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0:53.108" v="2847" actId="1076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1:23.617" v="2851" actId="2711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32:50.407" v="2858" actId="21"/>
          <ac:spMkLst>
            <pc:docMk/>
            <pc:sldMk cId="0" sldId="258"/>
            <ac:spMk id="24" creationId="{00000000-0000-0000-0000-000000000000}"/>
          </ac:spMkLst>
        </pc:spChg>
      </pc:sldChg>
      <pc:sldChg chg="delSp modSp del mod ord">
        <pc:chgData name="Sambhav Singwi" userId="1cc22143-55b0-4a81-8320-34713b668875" providerId="ADAL" clId="{49E71121-2063-417C-908C-E00CA109C003}" dt="2026-07-14T18:20:15.892" v="4189" actId="47"/>
        <pc:sldMkLst>
          <pc:docMk/>
          <pc:sldMk cId="0" sldId="259"/>
        </pc:sldMkLst>
        <pc:spChg chg="del">
          <ac:chgData name="Sambhav Singwi" userId="1cc22143-55b0-4a81-8320-34713b668875" providerId="ADAL" clId="{49E71121-2063-417C-908C-E00CA109C003}" dt="2026-07-14T18:19:23.125" v="4182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9:36.683" v="4184" actId="20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7:21.025" v="4086" actId="13822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7:06.036" v="4085" actId="207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6:44.068" v="4084" actId="13822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6:44.068" v="4084" actId="13822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7:21.025" v="4086" actId="13822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00.024" v="4186" actId="21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8:35.681" v="4115" actId="207"/>
          <ac:spMkLst>
            <pc:docMk/>
            <pc:sldMk cId="0" sldId="259"/>
            <ac:spMk id="19" creationId="{00000000-0000-0000-0000-000000000000}"/>
          </ac:spMkLst>
        </pc:spChg>
      </pc:sldChg>
      <pc:sldChg chg="addSp delSp modSp add del mod">
        <pc:chgData name="Sambhav Singwi" userId="1cc22143-55b0-4a81-8320-34713b668875" providerId="ADAL" clId="{49E71121-2063-417C-908C-E00CA109C003}" dt="2026-07-14T18:01:37.696" v="3986" actId="47"/>
        <pc:sldMkLst>
          <pc:docMk/>
          <pc:sldMk cId="0" sldId="260"/>
        </pc:sldMkLst>
        <pc:spChg chg="add del mod">
          <ac:chgData name="Sambhav Singwi" userId="1cc22143-55b0-4a81-8320-34713b668875" providerId="ADAL" clId="{49E71121-2063-417C-908C-E00CA109C003}" dt="2026-07-14T17:58:09.653" v="3967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6:58.681" v="3961" actId="13822"/>
          <ac:spMkLst>
            <pc:docMk/>
            <pc:sldMk cId="0" sldId="260"/>
            <ac:spMk id="4" creationId="{00000000-0000-0000-0000-000000000000}"/>
          </ac:spMkLst>
        </pc:spChg>
        <pc:spChg chg="del">
          <ac:chgData name="Sambhav Singwi" userId="1cc22143-55b0-4a81-8320-34713b668875" providerId="ADAL" clId="{49E71121-2063-417C-908C-E00CA109C003}" dt="2026-07-14T17:40:14.568" v="3247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8:21.503" v="3968" actId="207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9" creationId="{00000000-0000-0000-0000-000000000000}"/>
          </ac:spMkLst>
        </pc:spChg>
        <pc:spChg chg="del">
          <ac:chgData name="Sambhav Singwi" userId="1cc22143-55b0-4a81-8320-34713b668875" providerId="ADAL" clId="{49E71121-2063-417C-908C-E00CA109C003}" dt="2026-07-14T17:40:14.568" v="3247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8:21.503" v="3968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8:01.181" v="3966" actId="207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14" creationId="{00000000-0000-0000-0000-000000000000}"/>
          </ac:spMkLst>
        </pc:spChg>
        <pc:spChg chg="del">
          <ac:chgData name="Sambhav Singwi" userId="1cc22143-55b0-4a81-8320-34713b668875" providerId="ADAL" clId="{49E71121-2063-417C-908C-E00CA109C003}" dt="2026-07-14T17:40:14.568" v="3247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8:21.503" v="3968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8:01.181" v="3966" actId="207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56:58.681" v="3961" actId="13822"/>
          <ac:spMkLst>
            <pc:docMk/>
            <pc:sldMk cId="0" sldId="260"/>
            <ac:spMk id="19" creationId="{00000000-0000-0000-0000-000000000000}"/>
          </ac:spMkLst>
        </pc:spChg>
        <pc:spChg chg="del">
          <ac:chgData name="Sambhav Singwi" userId="1cc22143-55b0-4a81-8320-34713b668875" providerId="ADAL" clId="{49E71121-2063-417C-908C-E00CA109C003}" dt="2026-07-14T17:40:14.568" v="3247" actId="478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47:43.196" v="3545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Sambhav Singwi" userId="1cc22143-55b0-4a81-8320-34713b668875" providerId="ADAL" clId="{49E71121-2063-417C-908C-E00CA109C003}" dt="2026-07-14T17:47:43.196" v="3545" actId="478"/>
          <ac:spMkLst>
            <pc:docMk/>
            <pc:sldMk cId="0" sldId="260"/>
            <ac:spMk id="2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47:43.196" v="3545" actId="478"/>
          <ac:spMkLst>
            <pc:docMk/>
            <pc:sldMk cId="0" sldId="260"/>
            <ac:spMk id="2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47:43.196" v="3545" actId="478"/>
          <ac:spMkLst>
            <pc:docMk/>
            <pc:sldMk cId="0" sldId="260"/>
            <ac:spMk id="2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7:47:43.196" v="3545" actId="478"/>
          <ac:spMkLst>
            <pc:docMk/>
            <pc:sldMk cId="0" sldId="260"/>
            <ac:spMk id="2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50:17.115" v="3572" actId="1076"/>
          <ac:spMkLst>
            <pc:docMk/>
            <pc:sldMk cId="0" sldId="260"/>
            <ac:spMk id="28" creationId="{3FA44B70-B31F-F64D-DF23-E6B369123A81}"/>
          </ac:spMkLst>
        </pc:spChg>
        <pc:spChg chg="add del mod">
          <ac:chgData name="Sambhav Singwi" userId="1cc22143-55b0-4a81-8320-34713b668875" providerId="ADAL" clId="{49E71121-2063-417C-908C-E00CA109C003}" dt="2026-07-14T17:58:51.127" v="3972" actId="21"/>
          <ac:spMkLst>
            <pc:docMk/>
            <pc:sldMk cId="0" sldId="260"/>
            <ac:spMk id="29" creationId="{DF61F7F9-275A-2F36-630B-66DBA691DD11}"/>
          </ac:spMkLst>
        </pc:spChg>
      </pc:sldChg>
      <pc:sldChg chg="delSp modSp del mod">
        <pc:chgData name="Sambhav Singwi" userId="1cc22143-55b0-4a81-8320-34713b668875" providerId="ADAL" clId="{49E71121-2063-417C-908C-E00CA109C003}" dt="2026-07-14T18:19:15.482" v="4181" actId="47"/>
        <pc:sldMkLst>
          <pc:docMk/>
          <pc:sldMk cId="0" sldId="261"/>
        </pc:sldMkLst>
        <pc:spChg chg="del mod">
          <ac:chgData name="Sambhav Singwi" userId="1cc22143-55b0-4a81-8320-34713b668875" providerId="ADAL" clId="{49E71121-2063-417C-908C-E00CA109C003}" dt="2026-07-14T18:18:25.784" v="4174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4:45.216" v="4068" actId="20577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4:30.647" v="4051" actId="13822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4:30.647" v="4051" actId="13822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5:58.269" v="4079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4:18.889" v="4050" actId="1382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4:30.647" v="4051" actId="1382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5:15.200" v="4073" actId="207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2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2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18:45.366" v="4178" actId="21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6:25.656" v="4083" actId="207"/>
          <ac:spMkLst>
            <pc:docMk/>
            <pc:sldMk cId="0" sldId="261"/>
            <ac:spMk id="28" creationId="{00000000-0000-0000-0000-000000000000}"/>
          </ac:spMkLst>
        </pc:spChg>
      </pc:sldChg>
      <pc:sldChg chg="addSp delSp modSp mod">
        <pc:chgData name="Sambhav Singwi" userId="1cc22143-55b0-4a81-8320-34713b668875" providerId="ADAL" clId="{49E71121-2063-417C-908C-E00CA109C003}" dt="2026-07-14T18:28:13.109" v="4257" actId="1076"/>
        <pc:sldMkLst>
          <pc:docMk/>
          <pc:sldMk cId="0" sldId="262"/>
        </pc:sldMkLst>
        <pc:spChg chg="add del 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1.850" v="4248" actId="207"/>
          <ac:spMkLst>
            <pc:docMk/>
            <pc:sldMk cId="0" sldId="262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13.109" v="425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8:06.758" v="4256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9.019" v="4250" actId="2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7:11.850" v="4248" actId="207"/>
          <ac:spMkLst>
            <pc:docMk/>
            <pc:sldMk cId="0" sldId="262"/>
            <ac:spMk id="17" creationId="{00000000-0000-0000-0000-000000000000}"/>
          </ac:spMkLst>
        </pc:spChg>
      </pc:sldChg>
      <pc:sldChg chg="delSp modSp del mod setBg">
        <pc:chgData name="Sambhav Singwi" userId="1cc22143-55b0-4a81-8320-34713b668875" providerId="ADAL" clId="{49E71121-2063-417C-908C-E00CA109C003}" dt="2026-07-14T18:20:57.353" v="4194" actId="47"/>
        <pc:sldMkLst>
          <pc:docMk/>
          <pc:sldMk cId="0" sldId="263"/>
        </pc:sldMkLst>
        <pc:spChg chg="del mod">
          <ac:chgData name="Sambhav Singwi" userId="1cc22143-55b0-4a81-8320-34713b668875" providerId="ADAL" clId="{49E71121-2063-417C-908C-E00CA109C003}" dt="2026-07-14T18:20:52.214" v="4192" actId="21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52.214" v="4192" actId="21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52.214" v="4192" actId="21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0:52.214" v="4192" actId="21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del mod">
        <pc:chgData name="Sambhav Singwi" userId="1cc22143-55b0-4a81-8320-34713b668875" providerId="ADAL" clId="{49E71121-2063-417C-908C-E00CA109C003}" dt="2026-07-14T18:25:28.158" v="4230" actId="47"/>
        <pc:sldMkLst>
          <pc:docMk/>
          <pc:sldMk cId="0" sldId="264"/>
        </pc:sldMkLst>
        <pc:spChg chg="del mod">
          <ac:chgData name="Sambhav Singwi" userId="1cc22143-55b0-4a81-8320-34713b668875" providerId="ADAL" clId="{49E71121-2063-417C-908C-E00CA109C003}" dt="2026-07-14T18:21:09.112" v="4196" actId="478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44.411" v="4210" actId="403"/>
          <ac:spMkLst>
            <pc:docMk/>
            <pc:sldMk cId="0" sldId="264"/>
            <ac:spMk id="1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44.411" v="4210" actId="403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26.381" v="4208" actId="1076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44.411" v="4210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22.185" v="4206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1:59.144" v="4201" actId="403"/>
          <ac:spMkLst>
            <pc:docMk/>
            <pc:sldMk cId="0" sldId="264"/>
            <ac:spMk id="2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44.411" v="4210" actId="403"/>
          <ac:spMkLst>
            <pc:docMk/>
            <pc:sldMk cId="0" sldId="264"/>
            <ac:spMk id="2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14.788" v="4205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22:44.411" v="4210" actId="403"/>
          <ac:spMkLst>
            <pc:docMk/>
            <pc:sldMk cId="0" sldId="264"/>
            <ac:spMk id="2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1:30.590" v="4198" actId="478"/>
          <ac:spMkLst>
            <pc:docMk/>
            <pc:sldMk cId="0" sldId="264"/>
            <ac:spMk id="2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3:21.643" v="4212" actId="21"/>
          <ac:spMkLst>
            <pc:docMk/>
            <pc:sldMk cId="0" sldId="264"/>
            <ac:spMk id="2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09:16.597" v="4120"/>
          <ac:spMkLst>
            <pc:docMk/>
            <pc:sldMk cId="0" sldId="264"/>
            <ac:spMk id="28" creationId="{1BE36FB5-9EEA-AE3D-5171-3AFA3DBF29FD}"/>
          </ac:spMkLst>
        </pc:spChg>
      </pc:sldChg>
      <pc:sldChg chg="delSp modSp del mod">
        <pc:chgData name="Sambhav Singwi" userId="1cc22143-55b0-4a81-8320-34713b668875" providerId="ADAL" clId="{49E71121-2063-417C-908C-E00CA109C003}" dt="2026-07-14T18:25:28.158" v="4230" actId="47"/>
        <pc:sldMkLst>
          <pc:docMk/>
          <pc:sldMk cId="0" sldId="265"/>
        </pc:sldMkLst>
        <pc:spChg chg="del">
          <ac:chgData name="Sambhav Singwi" userId="1cc22143-55b0-4a81-8320-34713b668875" providerId="ADAL" clId="{49E71121-2063-417C-908C-E00CA109C003}" dt="2026-07-14T18:23:47.339" v="4215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16.423" v="4162" actId="20577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41.394" v="4156" actId="13822"/>
          <ac:spMkLst>
            <pc:docMk/>
            <pc:sldMk cId="0" sldId="265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56.044" v="4157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02.180" v="4158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03.156" v="4138" actId="13822"/>
          <ac:spMkLst>
            <pc:docMk/>
            <pc:sldMk cId="0" sldId="265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56.044" v="4157" actId="207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4:04.925" v="4150" actId="403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32.865" v="4139" actId="207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32.865" v="4139" actId="20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2:29.750" v="4135" actId="13822"/>
          <ac:spMkLst>
            <pc:docMk/>
            <pc:sldMk cId="0" sldId="265"/>
            <ac:spMk id="25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03.156" v="4138" actId="13822"/>
          <ac:spMkLst>
            <pc:docMk/>
            <pc:sldMk cId="0" sldId="265"/>
            <ac:spMk id="2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2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03.156" v="4138" actId="13822"/>
          <ac:spMkLst>
            <pc:docMk/>
            <pc:sldMk cId="0" sldId="265"/>
            <ac:spMk id="2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46.284" v="4140" actId="207"/>
          <ac:spMkLst>
            <pc:docMk/>
            <pc:sldMk cId="0" sldId="265"/>
            <ac:spMk id="31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3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32.865" v="4139" actId="207"/>
          <ac:spMkLst>
            <pc:docMk/>
            <pc:sldMk cId="0" sldId="265"/>
            <ac:spMk id="4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32.865" v="4139" actId="207"/>
          <ac:spMkLst>
            <pc:docMk/>
            <pc:sldMk cId="0" sldId="265"/>
            <ac:spMk id="4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2:29.750" v="4135" actId="13822"/>
          <ac:spMkLst>
            <pc:docMk/>
            <pc:sldMk cId="0" sldId="265"/>
            <ac:spMk id="4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41.394" v="4156" actId="13822"/>
          <ac:spMkLst>
            <pc:docMk/>
            <pc:sldMk cId="0" sldId="265"/>
            <ac:spMk id="47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4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56.044" v="4157" actId="207"/>
          <ac:spMkLst>
            <pc:docMk/>
            <pc:sldMk cId="0" sldId="265"/>
            <ac:spMk id="4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4:10.179" v="4218" actId="21"/>
          <ac:spMkLst>
            <pc:docMk/>
            <pc:sldMk cId="0" sldId="265"/>
            <ac:spMk id="50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5:56.044" v="4157" actId="207"/>
          <ac:spMkLst>
            <pc:docMk/>
            <pc:sldMk cId="0" sldId="265"/>
            <ac:spMk id="5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46.284" v="4140" actId="207"/>
          <ac:spMkLst>
            <pc:docMk/>
            <pc:sldMk cId="0" sldId="265"/>
            <ac:spMk id="5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4:04.925" v="4150" actId="403"/>
          <ac:spMkLst>
            <pc:docMk/>
            <pc:sldMk cId="0" sldId="265"/>
            <ac:spMk id="5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3:32.865" v="4139" actId="207"/>
          <ac:spMkLst>
            <pc:docMk/>
            <pc:sldMk cId="0" sldId="265"/>
            <ac:spMk id="57" creationId="{00000000-0000-0000-0000-000000000000}"/>
          </ac:spMkLst>
        </pc:spChg>
      </pc:sldChg>
      <pc:sldChg chg="delSp modSp del mod">
        <pc:chgData name="Sambhav Singwi" userId="1cc22143-55b0-4a81-8320-34713b668875" providerId="ADAL" clId="{49E71121-2063-417C-908C-E00CA109C003}" dt="2026-07-14T18:25:28.158" v="4230" actId="47"/>
        <pc:sldMkLst>
          <pc:docMk/>
          <pc:sldMk cId="0" sldId="266"/>
        </pc:sldMkLst>
        <pc:spChg chg="del">
          <ac:chgData name="Sambhav Singwi" userId="1cc22143-55b0-4a81-8320-34713b668875" providerId="ADAL" clId="{49E71121-2063-417C-908C-E00CA109C003}" dt="2026-07-14T18:24:43.804" v="4224" actId="478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51.031" v="4164" actId="207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51.031" v="4164" actId="207"/>
          <ac:spMkLst>
            <pc:docMk/>
            <pc:sldMk cId="0" sldId="266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27.361" v="4163" actId="13822"/>
          <ac:spMkLst>
            <pc:docMk/>
            <pc:sldMk cId="0" sldId="266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51.031" v="4164" actId="20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7:00.211" v="4165" actId="207"/>
          <ac:spMkLst>
            <pc:docMk/>
            <pc:sldMk cId="0" sldId="266"/>
            <ac:spMk id="1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27.361" v="4163" actId="13822"/>
          <ac:spMkLst>
            <pc:docMk/>
            <pc:sldMk cId="0" sldId="266"/>
            <ac:spMk id="14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51.031" v="4164" actId="207"/>
          <ac:spMkLst>
            <pc:docMk/>
            <pc:sldMk cId="0" sldId="266"/>
            <ac:spMk id="16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6:51.031" v="4164" actId="20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7:21.298" v="4169" actId="1076"/>
          <ac:spMkLst>
            <pc:docMk/>
            <pc:sldMk cId="0" sldId="266"/>
            <ac:spMk id="19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20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17:00.211" v="4165" actId="207"/>
          <ac:spMkLst>
            <pc:docMk/>
            <pc:sldMk cId="0" sldId="266"/>
            <ac:spMk id="22" creationId="{00000000-0000-0000-0000-000000000000}"/>
          </ac:spMkLst>
        </pc:spChg>
        <pc:spChg chg="del mod">
          <ac:chgData name="Sambhav Singwi" userId="1cc22143-55b0-4a81-8320-34713b668875" providerId="ADAL" clId="{49E71121-2063-417C-908C-E00CA109C003}" dt="2026-07-14T18:25:15.494" v="4227" actId="21"/>
          <ac:spMkLst>
            <pc:docMk/>
            <pc:sldMk cId="0" sldId="266"/>
            <ac:spMk id="23" creationId="{00000000-0000-0000-0000-000000000000}"/>
          </ac:spMkLst>
        </pc:spChg>
      </pc:sldChg>
      <pc:sldChg chg="new del">
        <pc:chgData name="Sambhav Singwi" userId="1cc22143-55b0-4a81-8320-34713b668875" providerId="ADAL" clId="{49E71121-2063-417C-908C-E00CA109C003}" dt="2026-07-14T16:52:45.350" v="313" actId="47"/>
        <pc:sldMkLst>
          <pc:docMk/>
          <pc:sldMk cId="3965577642" sldId="267"/>
        </pc:sldMkLst>
      </pc:sldChg>
      <pc:sldChg chg="addSp delSp modSp add del mod setBg">
        <pc:chgData name="Sambhav Singwi" userId="1cc22143-55b0-4a81-8320-34713b668875" providerId="ADAL" clId="{49E71121-2063-417C-908C-E00CA109C003}" dt="2026-07-15T07:25:26.557" v="4641" actId="20577"/>
        <pc:sldMkLst>
          <pc:docMk/>
          <pc:sldMk cId="617948672" sldId="657"/>
        </pc:sldMkLst>
        <pc:spChg chg="add del mod">
          <ac:chgData name="Sambhav Singwi" userId="1cc22143-55b0-4a81-8320-34713b668875" providerId="ADAL" clId="{49E71121-2063-417C-908C-E00CA109C003}" dt="2026-07-14T16:43:46.723" v="261" actId="21"/>
          <ac:spMkLst>
            <pc:docMk/>
            <pc:sldMk cId="617948672" sldId="657"/>
            <ac:spMk id="3" creationId="{74729C27-21A6-9E45-47AC-32F00AA02320}"/>
          </ac:spMkLst>
        </pc:spChg>
        <pc:spChg chg="add mod">
          <ac:chgData name="Sambhav Singwi" userId="1cc22143-55b0-4a81-8320-34713b668875" providerId="ADAL" clId="{49E71121-2063-417C-908C-E00CA109C003}" dt="2026-07-14T18:28:44.059" v="4265" actId="20577"/>
          <ac:spMkLst>
            <pc:docMk/>
            <pc:sldMk cId="617948672" sldId="657"/>
            <ac:spMk id="4" creationId="{4171F546-C122-E94A-768D-F374581CB36F}"/>
          </ac:spMkLst>
        </pc:spChg>
        <pc:spChg chg="add mod">
          <ac:chgData name="Sambhav Singwi" userId="1cc22143-55b0-4a81-8320-34713b668875" providerId="ADAL" clId="{49E71121-2063-417C-908C-E00CA109C003}" dt="2026-07-14T16:44:25.287" v="266" actId="1076"/>
          <ac:spMkLst>
            <pc:docMk/>
            <pc:sldMk cId="617948672" sldId="657"/>
            <ac:spMk id="5" creationId="{2E55A2DC-5AE8-A2C0-AA3A-8A09D38EF5C6}"/>
          </ac:spMkLst>
        </pc:spChg>
        <pc:spChg chg="add del mod">
          <ac:chgData name="Sambhav Singwi" userId="1cc22143-55b0-4a81-8320-34713b668875" providerId="ADAL" clId="{49E71121-2063-417C-908C-E00CA109C003}" dt="2026-07-14T16:44:38.529" v="267" actId="21"/>
          <ac:spMkLst>
            <pc:docMk/>
            <pc:sldMk cId="617948672" sldId="657"/>
            <ac:spMk id="6" creationId="{129F2471-124C-4FEB-A07C-757DAE88BCF2}"/>
          </ac:spMkLst>
        </pc:spChg>
        <pc:spChg chg="add del mod">
          <ac:chgData name="Sambhav Singwi" userId="1cc22143-55b0-4a81-8320-34713b668875" providerId="ADAL" clId="{49E71121-2063-417C-908C-E00CA109C003}" dt="2026-07-14T16:44:38.529" v="267" actId="21"/>
          <ac:spMkLst>
            <pc:docMk/>
            <pc:sldMk cId="617948672" sldId="657"/>
            <ac:spMk id="7" creationId="{3B67F6E2-BC62-4CC0-8CD4-BD7B39721D16}"/>
          </ac:spMkLst>
        </pc:spChg>
        <pc:spChg chg="add del mod">
          <ac:chgData name="Sambhav Singwi" userId="1cc22143-55b0-4a81-8320-34713b668875" providerId="ADAL" clId="{49E71121-2063-417C-908C-E00CA109C003}" dt="2026-07-14T16:44:38.529" v="267" actId="21"/>
          <ac:spMkLst>
            <pc:docMk/>
            <pc:sldMk cId="617948672" sldId="657"/>
            <ac:spMk id="8" creationId="{62550493-4819-4141-A63F-0D5C928422F2}"/>
          </ac:spMkLst>
        </pc:spChg>
        <pc:spChg chg="add mod">
          <ac:chgData name="Sambhav Singwi" userId="1cc22143-55b0-4a81-8320-34713b668875" providerId="ADAL" clId="{49E71121-2063-417C-908C-E00CA109C003}" dt="2026-07-15T07:25:26.557" v="4641" actId="20577"/>
          <ac:spMkLst>
            <pc:docMk/>
            <pc:sldMk cId="617948672" sldId="657"/>
            <ac:spMk id="12" creationId="{401C6301-05D5-46F3-1B06-FBCB94246024}"/>
          </ac:spMkLst>
        </pc:spChg>
        <pc:spChg chg="add del mod">
          <ac:chgData name="Sambhav Singwi" userId="1cc22143-55b0-4a81-8320-34713b668875" providerId="ADAL" clId="{49E71121-2063-417C-908C-E00CA109C003}" dt="2026-07-14T16:44:55.010" v="269" actId="478"/>
          <ac:spMkLst>
            <pc:docMk/>
            <pc:sldMk cId="617948672" sldId="657"/>
            <ac:spMk id="13" creationId="{F34908BB-8F0A-3FF3-B3D5-7D90B9C91B12}"/>
          </ac:spMkLst>
        </pc:spChg>
        <pc:spChg chg="add mod">
          <ac:chgData name="Sambhav Singwi" userId="1cc22143-55b0-4a81-8320-34713b668875" providerId="ADAL" clId="{49E71121-2063-417C-908C-E00CA109C003}" dt="2026-07-14T16:46:44.959" v="293" actId="1076"/>
          <ac:spMkLst>
            <pc:docMk/>
            <pc:sldMk cId="617948672" sldId="657"/>
            <ac:spMk id="14" creationId="{7D2F2A89-5A75-5BCF-A02A-9CB31CF6D69E}"/>
          </ac:spMkLst>
        </pc:spChg>
        <pc:spChg chg="add del mod">
          <ac:chgData name="Sambhav Singwi" userId="1cc22143-55b0-4a81-8320-34713b668875" providerId="ADAL" clId="{49E71121-2063-417C-908C-E00CA109C003}" dt="2026-07-14T16:46:02.425" v="287" actId="478"/>
          <ac:spMkLst>
            <pc:docMk/>
            <pc:sldMk cId="617948672" sldId="657"/>
            <ac:spMk id="15" creationId="{E8705C97-799E-6325-EC90-2CA043FC68CD}"/>
          </ac:spMkLst>
        </pc:spChg>
        <pc:spChg chg="add del mod">
          <ac:chgData name="Sambhav Singwi" userId="1cc22143-55b0-4a81-8320-34713b668875" providerId="ADAL" clId="{49E71121-2063-417C-908C-E00CA109C003}" dt="2026-07-14T16:44:45.944" v="268" actId="478"/>
          <ac:spMkLst>
            <pc:docMk/>
            <pc:sldMk cId="617948672" sldId="657"/>
            <ac:spMk id="17" creationId="{8DD79709-29B7-554A-14FB-BE810710B7F5}"/>
          </ac:spMkLst>
        </pc:spChg>
        <pc:picChg chg="mod">
          <ac:chgData name="Sambhav Singwi" userId="1cc22143-55b0-4a81-8320-34713b668875" providerId="ADAL" clId="{49E71121-2063-417C-908C-E00CA109C003}" dt="2026-07-14T18:00:32.386" v="3976"/>
          <ac:picMkLst>
            <pc:docMk/>
            <pc:sldMk cId="617948672" sldId="657"/>
            <ac:picMk id="9" creationId="{8787E396-D9C4-4A61-88B2-BFFB241C1833}"/>
          </ac:picMkLst>
        </pc:picChg>
        <pc:picChg chg="mod">
          <ac:chgData name="Sambhav Singwi" userId="1cc22143-55b0-4a81-8320-34713b668875" providerId="ADAL" clId="{49E71121-2063-417C-908C-E00CA109C003}" dt="2026-07-15T07:25:03.450" v="4638" actId="1076"/>
          <ac:picMkLst>
            <pc:docMk/>
            <pc:sldMk cId="617948672" sldId="657"/>
            <ac:picMk id="10" creationId="{80C7216E-2B9E-41BF-8925-89612AB56425}"/>
          </ac:picMkLst>
        </pc:picChg>
        <pc:picChg chg="mod">
          <ac:chgData name="Sambhav Singwi" userId="1cc22143-55b0-4a81-8320-34713b668875" providerId="ADAL" clId="{49E71121-2063-417C-908C-E00CA109C003}" dt="2026-07-14T16:45:37.776" v="284" actId="1076"/>
          <ac:picMkLst>
            <pc:docMk/>
            <pc:sldMk cId="617948672" sldId="657"/>
            <ac:picMk id="11" creationId="{92E8D95F-C874-4CB7-848F-71103641CDDC}"/>
          </ac:picMkLst>
        </pc:picChg>
      </pc:sldChg>
      <pc:sldChg chg="add del">
        <pc:chgData name="Sambhav Singwi" userId="1cc22143-55b0-4a81-8320-34713b668875" providerId="ADAL" clId="{49E71121-2063-417C-908C-E00CA109C003}" dt="2026-07-14T18:09:56.041" v="4123"/>
        <pc:sldMkLst>
          <pc:docMk/>
          <pc:sldMk cId="2343982667" sldId="2147483170"/>
        </pc:sldMkLst>
      </pc:sldChg>
      <pc:sldChg chg="addSp modSp add mod">
        <pc:chgData name="Sambhav Singwi" userId="1cc22143-55b0-4a81-8320-34713b668875" providerId="ADAL" clId="{49E71121-2063-417C-908C-E00CA109C003}" dt="2026-07-15T07:25:51.036" v="4643" actId="1076"/>
        <pc:sldMkLst>
          <pc:docMk/>
          <pc:sldMk cId="2332984229" sldId="2147483184"/>
        </pc:sldMkLst>
        <pc:spChg chg="mod">
          <ac:chgData name="Sambhav Singwi" userId="1cc22143-55b0-4a81-8320-34713b668875" providerId="ADAL" clId="{49E71121-2063-417C-908C-E00CA109C003}" dt="2026-07-14T18:28:59.693" v="4267" actId="113"/>
          <ac:spMkLst>
            <pc:docMk/>
            <pc:sldMk cId="2332984229" sldId="2147483184"/>
            <ac:spMk id="4" creationId="{F3623AF6-960C-0618-51CD-E023ED943DAD}"/>
          </ac:spMkLst>
        </pc:spChg>
        <pc:graphicFrameChg chg="add mod modGraphic">
          <ac:chgData name="Sambhav Singwi" userId="1cc22143-55b0-4a81-8320-34713b668875" providerId="ADAL" clId="{49E71121-2063-417C-908C-E00CA109C003}" dt="2026-07-15T07:25:51.036" v="4643" actId="1076"/>
          <ac:graphicFrameMkLst>
            <pc:docMk/>
            <pc:sldMk cId="2332984229" sldId="2147483184"/>
            <ac:graphicFrameMk id="2" creationId="{343A4E9A-AB5C-171C-B595-A7CBD12C5380}"/>
          </ac:graphicFrameMkLst>
        </pc:graphicFrameChg>
      </pc:sldChg>
      <pc:sldChg chg="addSp delSp modSp add mod">
        <pc:chgData name="Sambhav Singwi" userId="1cc22143-55b0-4a81-8320-34713b668875" providerId="ADAL" clId="{49E71121-2063-417C-908C-E00CA109C003}" dt="2026-07-15T07:22:01.300" v="4561" actId="20577"/>
        <pc:sldMkLst>
          <pc:docMk/>
          <pc:sldMk cId="3016079594" sldId="2147483185"/>
        </pc:sldMkLst>
        <pc:spChg chg="add del mod">
          <ac:chgData name="Sambhav Singwi" userId="1cc22143-55b0-4a81-8320-34713b668875" providerId="ADAL" clId="{49E71121-2063-417C-908C-E00CA109C003}" dt="2026-07-14T17:25:40.001" v="2712" actId="478"/>
          <ac:spMkLst>
            <pc:docMk/>
            <pc:sldMk cId="3016079594" sldId="2147483185"/>
            <ac:spMk id="3" creationId="{7F2C7DD4-475D-74DA-319D-D2E0F86480E9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" creationId="{B86594E2-8D02-1492-2705-624A7A84C99C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4" creationId="{E310C4EC-08E0-79EB-EA88-C62EDC8B40B2}"/>
          </ac:spMkLst>
        </pc:spChg>
        <pc:spChg chg="del">
          <ac:chgData name="Sambhav Singwi" userId="1cc22143-55b0-4a81-8320-34713b668875" providerId="ADAL" clId="{49E71121-2063-417C-908C-E00CA109C003}" dt="2026-07-14T17:25:37.363" v="2711" actId="478"/>
          <ac:spMkLst>
            <pc:docMk/>
            <pc:sldMk cId="3016079594" sldId="2147483185"/>
            <ac:spMk id="4" creationId="{F3623AF6-960C-0618-51CD-E023ED943DAD}"/>
          </ac:spMkLst>
        </pc:spChg>
        <pc:spChg chg="add del mod">
          <ac:chgData name="Sambhav Singwi" userId="1cc22143-55b0-4a81-8320-34713b668875" providerId="ADAL" clId="{49E71121-2063-417C-908C-E00CA109C003}" dt="2026-07-15T07:17:55.950" v="4489" actId="478"/>
          <ac:spMkLst>
            <pc:docMk/>
            <pc:sldMk cId="3016079594" sldId="2147483185"/>
            <ac:spMk id="5" creationId="{00000000-0000-0000-0000-000000000000}"/>
          </ac:spMkLst>
        </pc:spChg>
        <pc:spChg chg="add del mod">
          <ac:chgData name="Sambhav Singwi" userId="1cc22143-55b0-4a81-8320-34713b668875" providerId="ADAL" clId="{49E71121-2063-417C-908C-E00CA109C003}" dt="2026-07-15T07:22:01.300" v="4561" actId="20577"/>
          <ac:spMkLst>
            <pc:docMk/>
            <pc:sldMk cId="3016079594" sldId="2147483185"/>
            <ac:spMk id="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7:04.532" v="2730" actId="207"/>
          <ac:spMkLst>
            <pc:docMk/>
            <pc:sldMk cId="3016079594" sldId="2147483185"/>
            <ac:spMk id="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7:04.532" v="2730" actId="207"/>
          <ac:spMkLst>
            <pc:docMk/>
            <pc:sldMk cId="3016079594" sldId="2147483185"/>
            <ac:spMk id="1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6:21.078" v="2721" actId="403"/>
          <ac:spMkLst>
            <pc:docMk/>
            <pc:sldMk cId="3016079594" sldId="2147483185"/>
            <ac:spMk id="1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1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27:04.532" v="2730" actId="207"/>
          <ac:spMkLst>
            <pc:docMk/>
            <pc:sldMk cId="3016079594" sldId="2147483185"/>
            <ac:spMk id="2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0:29.043" v="2837" actId="2711"/>
          <ac:spMkLst>
            <pc:docMk/>
            <pc:sldMk cId="3016079594" sldId="2147483185"/>
            <ac:spMk id="2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25:55.454" v="2716" actId="1076"/>
          <ac:spMkLst>
            <pc:docMk/>
            <pc:sldMk cId="3016079594" sldId="2147483185"/>
            <ac:spMk id="2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24" creationId="{5638AD57-B5A2-D732-D905-F660891D0EEE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27" creationId="{FFB77EB7-9208-B15D-9398-8B595C238D66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28" creationId="{808BA4E3-7C04-D69B-828C-F918C3B0DA4A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1" creationId="{5F45EBC3-3B36-CAFC-C066-BAB9623564A5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2" creationId="{BA5ACEBC-0D2F-2D49-5AF1-126E2EF282E8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4" creationId="{8DA5FE72-CACA-74DC-541E-99771CCCC68D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5" creationId="{865A12C6-5696-5CA2-154B-7413DB54ED0C}"/>
          </ac:spMkLst>
        </pc:spChg>
        <pc:spChg chg="add mod">
          <ac:chgData name="Sambhav Singwi" userId="1cc22143-55b0-4a81-8320-34713b668875" providerId="ADAL" clId="{49E71121-2063-417C-908C-E00CA109C003}" dt="2026-07-15T07:17:54.131" v="4488" actId="1076"/>
          <ac:spMkLst>
            <pc:docMk/>
            <pc:sldMk cId="3016079594" sldId="2147483185"/>
            <ac:spMk id="36" creationId="{456C7AB8-2CCB-F643-D294-27B8A9722435}"/>
          </ac:spMkLst>
        </pc:spChg>
      </pc:sldChg>
      <pc:sldChg chg="addSp delSp modSp add mod">
        <pc:chgData name="Sambhav Singwi" userId="1cc22143-55b0-4a81-8320-34713b668875" providerId="ADAL" clId="{49E71121-2063-417C-908C-E00CA109C003}" dt="2026-07-14T17:35:23.544" v="3069" actId="1076"/>
        <pc:sldMkLst>
          <pc:docMk/>
          <pc:sldMk cId="1254624168" sldId="2147483186"/>
        </pc:sldMkLst>
        <pc:spChg chg="add del mod">
          <ac:chgData name="Sambhav Singwi" userId="1cc22143-55b0-4a81-8320-34713b668875" providerId="ADAL" clId="{49E71121-2063-417C-908C-E00CA109C003}" dt="2026-07-14T17:32:44.849" v="2857" actId="478"/>
          <ac:spMkLst>
            <pc:docMk/>
            <pc:sldMk cId="1254624168" sldId="2147483186"/>
            <ac:spMk id="3" creationId="{4E9E2E37-13AD-894A-37F2-39A755CC446E}"/>
          </ac:spMkLst>
        </pc:spChg>
        <pc:spChg chg="del">
          <ac:chgData name="Sambhav Singwi" userId="1cc22143-55b0-4a81-8320-34713b668875" providerId="ADAL" clId="{49E71121-2063-417C-908C-E00CA109C003}" dt="2026-07-14T17:32:39.734" v="2856" actId="478"/>
          <ac:spMkLst>
            <pc:docMk/>
            <pc:sldMk cId="1254624168" sldId="2147483186"/>
            <ac:spMk id="4" creationId="{F3623AF6-960C-0618-51CD-E023ED943DAD}"/>
          </ac:spMkLst>
        </pc:spChg>
        <pc:spChg chg="mod">
          <ac:chgData name="Sambhav Singwi" userId="1cc22143-55b0-4a81-8320-34713b668875" providerId="ADAL" clId="{49E71121-2063-417C-908C-E00CA109C003}" dt="2026-07-14T17:33:05.603" v="2861" actId="20577"/>
          <ac:spMkLst>
            <pc:docMk/>
            <pc:sldMk cId="1254624168" sldId="2147483186"/>
            <ac:spMk id="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1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1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1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1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1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2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2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2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3:36.170" v="2866" actId="404"/>
          <ac:spMkLst>
            <pc:docMk/>
            <pc:sldMk cId="1254624168" sldId="2147483186"/>
            <ac:spMk id="2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3:16.610" v="2862" actId="2711"/>
          <ac:spMkLst>
            <pc:docMk/>
            <pc:sldMk cId="1254624168" sldId="2147483186"/>
            <ac:spMk id="2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7:35:23.544" v="3069" actId="1076"/>
          <ac:spMkLst>
            <pc:docMk/>
            <pc:sldMk cId="1254624168" sldId="2147483186"/>
            <ac:spMk id="2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35:13.974" v="3068" actId="20577"/>
          <ac:spMkLst>
            <pc:docMk/>
            <pc:sldMk cId="1254624168" sldId="2147483186"/>
            <ac:spMk id="26" creationId="{00000000-0000-0000-0000-000000000000}"/>
          </ac:spMkLst>
        </pc:spChg>
      </pc:sldChg>
      <pc:sldChg chg="addSp delSp modSp add mod">
        <pc:chgData name="Sambhav Singwi" userId="1cc22143-55b0-4a81-8320-34713b668875" providerId="ADAL" clId="{49E71121-2063-417C-908C-E00CA109C003}" dt="2026-07-15T07:13:36.686" v="4483" actId="404"/>
        <pc:sldMkLst>
          <pc:docMk/>
          <pc:sldMk cId="571281132" sldId="2147483187"/>
        </pc:sldMkLst>
        <pc:spChg chg="mod">
          <ac:chgData name="Sambhav Singwi" userId="1cc22143-55b0-4a81-8320-34713b668875" providerId="ADAL" clId="{49E71121-2063-417C-908C-E00CA109C003}" dt="2026-07-14T18:38:20.929" v="4364" actId="14100"/>
          <ac:spMkLst>
            <pc:docMk/>
            <pc:sldMk cId="571281132" sldId="2147483187"/>
            <ac:spMk id="2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13:36.686" v="4483" actId="404"/>
          <ac:spMkLst>
            <pc:docMk/>
            <pc:sldMk cId="571281132" sldId="2147483187"/>
            <ac:spMk id="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5T07:13:12.336" v="4479" actId="20577"/>
          <ac:spMkLst>
            <pc:docMk/>
            <pc:sldMk cId="571281132" sldId="2147483187"/>
            <ac:spMk id="4" creationId="{EE1E592D-5D19-A8C9-F468-452B869CB802}"/>
          </ac:spMkLst>
        </pc:spChg>
        <pc:spChg chg="del mod">
          <ac:chgData name="Sambhav Singwi" userId="1cc22143-55b0-4a81-8320-34713b668875" providerId="ADAL" clId="{49E71121-2063-417C-908C-E00CA109C003}" dt="2026-07-14T17:58:44.636" v="3971" actId="478"/>
          <ac:spMkLst>
            <pc:docMk/>
            <pc:sldMk cId="571281132" sldId="2147483187"/>
            <ac:spMk id="4" creationId="{F3623AF6-960C-0618-51CD-E023ED943DAD}"/>
          </ac:spMkLst>
        </pc:spChg>
        <pc:spChg chg="add mod">
          <ac:chgData name="Sambhav Singwi" userId="1cc22143-55b0-4a81-8320-34713b668875" providerId="ADAL" clId="{49E71121-2063-417C-908C-E00CA109C003}" dt="2026-07-14T18:38:11.061" v="4362" actId="1076"/>
          <ac:spMkLst>
            <pc:docMk/>
            <pc:sldMk cId="571281132" sldId="2147483187"/>
            <ac:spMk id="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59:08.296" v="3974" actId="1076"/>
          <ac:spMkLst>
            <pc:docMk/>
            <pc:sldMk cId="571281132" sldId="2147483187"/>
            <ac:spMk id="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20.929" v="4364" actId="14100"/>
          <ac:spMkLst>
            <pc:docMk/>
            <pc:sldMk cId="571281132" sldId="2147483187"/>
            <ac:spMk id="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11.061" v="4362" actId="1076"/>
          <ac:spMkLst>
            <pc:docMk/>
            <pc:sldMk cId="571281132" sldId="2147483187"/>
            <ac:spMk id="1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2:48.385" v="4017" actId="5793"/>
          <ac:spMkLst>
            <pc:docMk/>
            <pc:sldMk cId="571281132" sldId="2147483187"/>
            <ac:spMk id="1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20.929" v="4364" actId="14100"/>
          <ac:spMkLst>
            <pc:docMk/>
            <pc:sldMk cId="571281132" sldId="2147483187"/>
            <ac:spMk id="1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11.061" v="4362" actId="1076"/>
          <ac:spMkLst>
            <pc:docMk/>
            <pc:sldMk cId="571281132" sldId="2147483187"/>
            <ac:spMk id="1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59:08.296" v="3974" actId="1076"/>
          <ac:spMkLst>
            <pc:docMk/>
            <pc:sldMk cId="571281132" sldId="2147483187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20.929" v="4364" actId="14100"/>
          <ac:spMkLst>
            <pc:docMk/>
            <pc:sldMk cId="571281132" sldId="2147483187"/>
            <ac:spMk id="1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38:11.061" v="4362" actId="1076"/>
          <ac:spMkLst>
            <pc:docMk/>
            <pc:sldMk cId="571281132" sldId="2147483187"/>
            <ac:spMk id="21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4T18:03:32.514" v="4049" actId="1076"/>
          <ac:spMkLst>
            <pc:docMk/>
            <pc:sldMk cId="571281132" sldId="2147483187"/>
            <ac:spMk id="2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7:59:08.296" v="3974" actId="1076"/>
          <ac:spMkLst>
            <pc:docMk/>
            <pc:sldMk cId="571281132" sldId="2147483187"/>
            <ac:spMk id="29" creationId="{DF61F7F9-275A-2F36-630B-66DBA691DD11}"/>
          </ac:spMkLst>
        </pc:spChg>
      </pc:sldChg>
      <pc:sldChg chg="addSp delSp modSp add mod">
        <pc:chgData name="Sambhav Singwi" userId="1cc22143-55b0-4a81-8320-34713b668875" providerId="ADAL" clId="{49E71121-2063-417C-908C-E00CA109C003}" dt="2026-07-14T18:18:57.648" v="4180" actId="1076"/>
        <pc:sldMkLst>
          <pc:docMk/>
          <pc:sldMk cId="2066058054" sldId="2147483188"/>
        </pc:sldMkLst>
        <pc:spChg chg="add del mod">
          <ac:chgData name="Sambhav Singwi" userId="1cc22143-55b0-4a81-8320-34713b668875" providerId="ADAL" clId="{49E71121-2063-417C-908C-E00CA109C003}" dt="2026-07-14T18:18:41.091" v="4177" actId="478"/>
          <ac:spMkLst>
            <pc:docMk/>
            <pc:sldMk cId="2066058054" sldId="2147483188"/>
            <ac:spMk id="3" creationId="{D7869EAE-9647-3A87-7F0A-A14DC3FC37F6}"/>
          </ac:spMkLst>
        </pc:spChg>
        <pc:spChg chg="del">
          <ac:chgData name="Sambhav Singwi" userId="1cc22143-55b0-4a81-8320-34713b668875" providerId="ADAL" clId="{49E71121-2063-417C-908C-E00CA109C003}" dt="2026-07-14T18:18:38.928" v="4176" actId="478"/>
          <ac:spMkLst>
            <pc:docMk/>
            <pc:sldMk cId="2066058054" sldId="2147483188"/>
            <ac:spMk id="4" creationId="{F3623AF6-960C-0618-51CD-E023ED943DAD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1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1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1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1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2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2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2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18:57.648" v="4180" actId="1076"/>
          <ac:spMkLst>
            <pc:docMk/>
            <pc:sldMk cId="2066058054" sldId="2147483188"/>
            <ac:spMk id="26" creationId="{00000000-0000-0000-0000-000000000000}"/>
          </ac:spMkLst>
        </pc:spChg>
      </pc:sldChg>
      <pc:sldChg chg="addSp modSp add mod">
        <pc:chgData name="Sambhav Singwi" userId="1cc22143-55b0-4a81-8320-34713b668875" providerId="ADAL" clId="{49E71121-2063-417C-908C-E00CA109C003}" dt="2026-07-14T18:20:10.622" v="4188" actId="1076"/>
        <pc:sldMkLst>
          <pc:docMk/>
          <pc:sldMk cId="1746327418" sldId="2147483189"/>
        </pc:sldMkLst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10.622" v="4188" actId="1076"/>
          <ac:spMkLst>
            <pc:docMk/>
            <pc:sldMk cId="1746327418" sldId="2147483189"/>
            <ac:spMk id="19" creationId="{00000000-0000-0000-0000-000000000000}"/>
          </ac:spMkLst>
        </pc:spChg>
      </pc:sldChg>
      <pc:sldChg chg="addSp modSp add">
        <pc:chgData name="Sambhav Singwi" userId="1cc22143-55b0-4a81-8320-34713b668875" providerId="ADAL" clId="{49E71121-2063-417C-908C-E00CA109C003}" dt="2026-07-14T18:20:54.547" v="4193"/>
        <pc:sldMkLst>
          <pc:docMk/>
          <pc:sldMk cId="1161045529" sldId="2147483190"/>
        </pc:sldMkLst>
        <pc:spChg chg="add mod">
          <ac:chgData name="Sambhav Singwi" userId="1cc22143-55b0-4a81-8320-34713b668875" providerId="ADAL" clId="{49E71121-2063-417C-908C-E00CA109C003}" dt="2026-07-14T18:20:54.547" v="4193"/>
          <ac:spMkLst>
            <pc:docMk/>
            <pc:sldMk cId="1161045529" sldId="2147483190"/>
            <ac:spMk id="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54.547" v="4193"/>
          <ac:spMkLst>
            <pc:docMk/>
            <pc:sldMk cId="1161045529" sldId="2147483190"/>
            <ac:spMk id="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54.547" v="4193"/>
          <ac:spMkLst>
            <pc:docMk/>
            <pc:sldMk cId="1161045529" sldId="2147483190"/>
            <ac:spMk id="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0:54.547" v="4193"/>
          <ac:spMkLst>
            <pc:docMk/>
            <pc:sldMk cId="1161045529" sldId="2147483190"/>
            <ac:spMk id="5" creationId="{00000000-0000-0000-0000-000000000000}"/>
          </ac:spMkLst>
        </pc:spChg>
      </pc:sldChg>
      <pc:sldChg chg="addSp modSp add mod">
        <pc:chgData name="Sambhav Singwi" userId="1cc22143-55b0-4a81-8320-34713b668875" providerId="ADAL" clId="{49E71121-2063-417C-908C-E00CA109C003}" dt="2026-07-14T18:23:31.386" v="4214" actId="1076"/>
        <pc:sldMkLst>
          <pc:docMk/>
          <pc:sldMk cId="3521986127" sldId="2147483191"/>
        </pc:sldMkLst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1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1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1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1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20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2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2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3:31.386" v="4214" actId="1076"/>
          <ac:spMkLst>
            <pc:docMk/>
            <pc:sldMk cId="3521986127" sldId="2147483191"/>
            <ac:spMk id="25" creationId="{00000000-0000-0000-0000-000000000000}"/>
          </ac:spMkLst>
        </pc:spChg>
      </pc:sldChg>
      <pc:sldChg chg="addSp modSp add mod">
        <pc:chgData name="Sambhav Singwi" userId="1cc22143-55b0-4a81-8320-34713b668875" providerId="ADAL" clId="{49E71121-2063-417C-908C-E00CA109C003}" dt="2026-07-15T07:29:05.248" v="4736" actId="20577"/>
        <pc:sldMkLst>
          <pc:docMk/>
          <pc:sldMk cId="3717531592" sldId="2147483192"/>
        </pc:sldMkLst>
        <pc:spChg chg="mod">
          <ac:chgData name="Sambhav Singwi" userId="1cc22143-55b0-4a81-8320-34713b668875" providerId="ADAL" clId="{49E71121-2063-417C-908C-E00CA109C003}" dt="2026-07-14T18:24:27.708" v="4223" actId="20577"/>
          <ac:spMkLst>
            <pc:docMk/>
            <pc:sldMk cId="3717531592" sldId="2147483192"/>
            <ac:spMk id="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8:38.806" v="4734" actId="20577"/>
          <ac:spMkLst>
            <pc:docMk/>
            <pc:sldMk cId="3717531592" sldId="2147483192"/>
            <ac:spMk id="9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7:26.940" v="4668" actId="1076"/>
          <ac:spMkLst>
            <pc:docMk/>
            <pc:sldMk cId="3717531592" sldId="2147483192"/>
            <ac:spMk id="12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14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8:52.188" v="4735" actId="20577"/>
          <ac:spMkLst>
            <pc:docMk/>
            <pc:sldMk cId="3717531592" sldId="2147483192"/>
            <ac:spMk id="1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2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2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2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26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7:40.536" v="4695" actId="20577"/>
          <ac:spMkLst>
            <pc:docMk/>
            <pc:sldMk cId="3717531592" sldId="2147483192"/>
            <ac:spMk id="33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9:05.248" v="4736" actId="20577"/>
          <ac:spMkLst>
            <pc:docMk/>
            <pc:sldMk cId="3717531592" sldId="2147483192"/>
            <ac:spMk id="3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4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48" creationId="{00000000-0000-0000-0000-000000000000}"/>
          </ac:spMkLst>
        </pc:spChg>
        <pc:spChg chg="mod">
          <ac:chgData name="Sambhav Singwi" userId="1cc22143-55b0-4a81-8320-34713b668875" providerId="ADAL" clId="{49E71121-2063-417C-908C-E00CA109C003}" dt="2026-07-15T07:28:16.328" v="4733" actId="20577"/>
          <ac:spMkLst>
            <pc:docMk/>
            <pc:sldMk cId="3717531592" sldId="2147483192"/>
            <ac:spMk id="5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5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4:17.037" v="4220" actId="1076"/>
          <ac:spMkLst>
            <pc:docMk/>
            <pc:sldMk cId="3717531592" sldId="2147483192"/>
            <ac:spMk id="61" creationId="{00000000-0000-0000-0000-000000000000}"/>
          </ac:spMkLst>
        </pc:spChg>
      </pc:sldChg>
      <pc:sldChg chg="addSp modSp add mod">
        <pc:chgData name="Sambhav Singwi" userId="1cc22143-55b0-4a81-8320-34713b668875" providerId="ADAL" clId="{49E71121-2063-417C-908C-E00CA109C003}" dt="2026-07-14T18:25:21.594" v="4229" actId="1076"/>
        <pc:sldMkLst>
          <pc:docMk/>
          <pc:sldMk cId="2986887661" sldId="2147483193"/>
        </pc:sldMkLst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4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5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6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8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11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13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17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19" creationId="{00000000-0000-0000-0000-000000000000}"/>
          </ac:spMkLst>
        </pc:spChg>
        <pc:spChg chg="add mod">
          <ac:chgData name="Sambhav Singwi" userId="1cc22143-55b0-4a81-8320-34713b668875" providerId="ADAL" clId="{49E71121-2063-417C-908C-E00CA109C003}" dt="2026-07-14T18:25:21.594" v="4229" actId="1076"/>
          <ac:spMkLst>
            <pc:docMk/>
            <pc:sldMk cId="2986887661" sldId="2147483193"/>
            <ac:spMk id="23" creationId="{00000000-0000-0000-0000-000000000000}"/>
          </ac:spMkLst>
        </pc:spChg>
      </pc:sldChg>
      <pc:sldChg chg="addSp delSp modSp add mod">
        <pc:chgData name="Sambhav Singwi" userId="1cc22143-55b0-4a81-8320-34713b668875" providerId="ADAL" clId="{49E71121-2063-417C-908C-E00CA109C003}" dt="2026-07-14T18:37:15.342" v="4359" actId="732"/>
        <pc:sldMkLst>
          <pc:docMk/>
          <pc:sldMk cId="2912322368" sldId="2147483194"/>
        </pc:sldMkLst>
        <pc:spChg chg="add mod">
          <ac:chgData name="Sambhav Singwi" userId="1cc22143-55b0-4a81-8320-34713b668875" providerId="ADAL" clId="{49E71121-2063-417C-908C-E00CA109C003}" dt="2026-07-14T18:32:28.397" v="4314" actId="20577"/>
          <ac:spMkLst>
            <pc:docMk/>
            <pc:sldMk cId="2912322368" sldId="2147483194"/>
            <ac:spMk id="4" creationId="{6838A7F9-0AB2-D4C9-BABF-F96C4B1B6DE3}"/>
          </ac:spMkLst>
        </pc:spChg>
        <pc:picChg chg="add mod">
          <ac:chgData name="Sambhav Singwi" userId="1cc22143-55b0-4a81-8320-34713b668875" providerId="ADAL" clId="{49E71121-2063-417C-908C-E00CA109C003}" dt="2026-07-14T18:35:28.639" v="4339" actId="14100"/>
          <ac:picMkLst>
            <pc:docMk/>
            <pc:sldMk cId="2912322368" sldId="2147483194"/>
            <ac:picMk id="3" creationId="{95E99B88-99D7-F014-646E-380254BC08F1}"/>
          </ac:picMkLst>
        </pc:picChg>
        <pc:picChg chg="add del mod">
          <ac:chgData name="Sambhav Singwi" userId="1cc22143-55b0-4a81-8320-34713b668875" providerId="ADAL" clId="{49E71121-2063-417C-908C-E00CA109C003}" dt="2026-07-14T18:32:25.169" v="4311" actId="931"/>
          <ac:picMkLst>
            <pc:docMk/>
            <pc:sldMk cId="2912322368" sldId="2147483194"/>
            <ac:picMk id="6" creationId="{2D59202B-CFC1-A652-1C3B-4ECDF95AF39A}"/>
          </ac:picMkLst>
        </pc:picChg>
        <pc:picChg chg="add mod modCrop">
          <ac:chgData name="Sambhav Singwi" userId="1cc22143-55b0-4a81-8320-34713b668875" providerId="ADAL" clId="{49E71121-2063-417C-908C-E00CA109C003}" dt="2026-07-14T18:36:51.137" v="4357" actId="732"/>
          <ac:picMkLst>
            <pc:docMk/>
            <pc:sldMk cId="2912322368" sldId="2147483194"/>
            <ac:picMk id="8" creationId="{EDFBF233-EB4E-E23D-2664-98CE99AEAD27}"/>
          </ac:picMkLst>
        </pc:picChg>
        <pc:picChg chg="add mod modCrop">
          <ac:chgData name="Sambhav Singwi" userId="1cc22143-55b0-4a81-8320-34713b668875" providerId="ADAL" clId="{49E71121-2063-417C-908C-E00CA109C003}" dt="2026-07-14T18:37:15.342" v="4359" actId="732"/>
          <ac:picMkLst>
            <pc:docMk/>
            <pc:sldMk cId="2912322368" sldId="2147483194"/>
            <ac:picMk id="10" creationId="{A4877D5C-0BE1-06D8-C6A9-2F6935148F06}"/>
          </ac:picMkLst>
        </pc:picChg>
        <pc:picChg chg="add mod modCrop">
          <ac:chgData name="Sambhav Singwi" userId="1cc22143-55b0-4a81-8320-34713b668875" providerId="ADAL" clId="{49E71121-2063-417C-908C-E00CA109C003}" dt="2026-07-14T18:37:07.370" v="4358" actId="732"/>
          <ac:picMkLst>
            <pc:docMk/>
            <pc:sldMk cId="2912322368" sldId="2147483194"/>
            <ac:picMk id="12" creationId="{653BE91D-6655-0168-E4A0-920A04D11CAD}"/>
          </ac:picMkLst>
        </pc:picChg>
        <pc:picChg chg="add mod">
          <ac:chgData name="Sambhav Singwi" userId="1cc22143-55b0-4a81-8320-34713b668875" providerId="ADAL" clId="{49E71121-2063-417C-908C-E00CA109C003}" dt="2026-07-14T18:36:42.896" v="4356" actId="14100"/>
          <ac:picMkLst>
            <pc:docMk/>
            <pc:sldMk cId="2912322368" sldId="2147483194"/>
            <ac:picMk id="14" creationId="{CD3A8D4C-3F44-9C83-093F-41A980106D53}"/>
          </ac:picMkLst>
        </pc:picChg>
      </pc:sldChg>
      <pc:sldMasterChg chg="setBg delSldLayout modSldLayout">
        <pc:chgData name="Sambhav Singwi" userId="1cc22143-55b0-4a81-8320-34713b668875" providerId="ADAL" clId="{49E71121-2063-417C-908C-E00CA109C003}" dt="2026-07-14T18:09:08.037" v="4118" actId="47"/>
        <pc:sldMasterMkLst>
          <pc:docMk/>
          <pc:sldMasterMk cId="0" sldId="2147483648"/>
        </pc:sldMasterMkLst>
        <pc:sldLayoutChg chg="setBg">
          <pc:chgData name="Sambhav Singwi" userId="1cc22143-55b0-4a81-8320-34713b668875" providerId="ADAL" clId="{49E71121-2063-417C-908C-E00CA109C003}" dt="2026-07-14T18:01:43.636" v="3991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ambhav Singwi" userId="1cc22143-55b0-4a81-8320-34713b668875" providerId="ADAL" clId="{49E71121-2063-417C-908C-E00CA109C003}" dt="2026-07-14T18:01:43.636" v="3991"/>
          <pc:sldLayoutMkLst>
            <pc:docMk/>
            <pc:sldMasterMk cId="0" sldId="2147483648"/>
            <pc:sldLayoutMk cId="749874205" sldId="2147483650"/>
          </pc:sldLayoutMkLst>
        </pc:sldLayoutChg>
        <pc:sldLayoutChg chg="setBg">
          <pc:chgData name="Sambhav Singwi" userId="1cc22143-55b0-4a81-8320-34713b668875" providerId="ADAL" clId="{49E71121-2063-417C-908C-E00CA109C003}" dt="2026-07-14T18:01:43.636" v="3991"/>
          <pc:sldLayoutMkLst>
            <pc:docMk/>
            <pc:sldMasterMk cId="0" sldId="2147483648"/>
            <pc:sldLayoutMk cId="3765393668" sldId="2147483651"/>
          </pc:sldLayoutMkLst>
        </pc:sldLayoutChg>
        <pc:sldLayoutChg chg="del">
          <pc:chgData name="Sambhav Singwi" userId="1cc22143-55b0-4a81-8320-34713b668875" providerId="ADAL" clId="{49E71121-2063-417C-908C-E00CA109C003}" dt="2026-07-14T18:09:08.037" v="4118" actId="47"/>
          <pc:sldLayoutMkLst>
            <pc:docMk/>
            <pc:sldMasterMk cId="0" sldId="2147483648"/>
            <pc:sldLayoutMk cId="1442343107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11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6C11-87D6-49C2-9388-72FD32FBF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86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42901"/>
            <a:ext cx="8458200" cy="256016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020626"/>
            <a:ext cx="8458199" cy="70228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5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9395" y="4599718"/>
            <a:ext cx="7429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74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1" y="1114425"/>
            <a:ext cx="2759528" cy="33417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9395" y="4599718"/>
            <a:ext cx="742950" cy="47625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1" y="342900"/>
            <a:ext cx="2759528" cy="31582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5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17885" indent="0">
              <a:buNone/>
              <a:defRPr/>
            </a:lvl2pPr>
            <a:lvl3pPr marL="436960" indent="0">
              <a:buNone/>
              <a:defRPr/>
            </a:lvl3pPr>
            <a:lvl4pPr marL="641747" indent="0">
              <a:buNone/>
              <a:defRPr/>
            </a:lvl4pPr>
            <a:lvl5pPr marL="82510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5416" y="342900"/>
            <a:ext cx="5475684" cy="4113610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377F8-0611-4C04-821D-64832E49F228}"/>
              </a:ext>
            </a:extLst>
          </p:cNvPr>
          <p:cNvSpPr txBox="1"/>
          <p:nvPr userDrawn="1"/>
        </p:nvSpPr>
        <p:spPr>
          <a:xfrm>
            <a:off x="6043574" y="4803818"/>
            <a:ext cx="18350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1C531-273E-476F-9BC2-B2A988B95F37}"/>
              </a:ext>
            </a:extLst>
          </p:cNvPr>
          <p:cNvSpPr txBox="1"/>
          <p:nvPr userDrawn="1"/>
        </p:nvSpPr>
        <p:spPr>
          <a:xfrm>
            <a:off x="7791617" y="4809346"/>
            <a:ext cx="43456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600" smtClean="0">
                <a:solidFill>
                  <a:schemeClr val="tx2"/>
                </a:solidFill>
              </a:rPr>
              <a:t>‹#›</a:t>
            </a:fld>
            <a:endParaRPr lang="en-US" sz="6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393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87E396-D9C4-4A61-88B2-BFFB241C1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9171860" cy="5159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C7216E-2B9E-41BF-8925-89612AB564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0" y="2948635"/>
            <a:ext cx="2571752" cy="2527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E8D95F-C874-4CB7-848F-71103641CDD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2441912" y="640091"/>
            <a:ext cx="3812037" cy="2835782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4171F546-C122-E94A-768D-F374581CB36F}"/>
              </a:ext>
            </a:extLst>
          </p:cNvPr>
          <p:cNvSpPr/>
          <p:nvPr/>
        </p:nvSpPr>
        <p:spPr>
          <a:xfrm>
            <a:off x="169105" y="2091542"/>
            <a:ext cx="5029200" cy="73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ea typeface="Cambria" pitchFamily="34" charset="-122"/>
              </a:rPr>
              <a:t>Internship Project</a:t>
            </a:r>
            <a:br>
              <a:rPr lang="en-US" sz="4400" b="1" dirty="0">
                <a:solidFill>
                  <a:schemeClr val="tx1"/>
                </a:solidFill>
                <a:ea typeface="Cambria" pitchFamily="34" charset="-122"/>
              </a:rPr>
            </a:br>
            <a:r>
              <a:rPr lang="en-US" sz="2400" b="1" dirty="0">
                <a:solidFill>
                  <a:schemeClr val="tx1"/>
                </a:solidFill>
                <a:ea typeface="Cambria" pitchFamily="34" charset="-122"/>
              </a:rPr>
              <a:t>Digital Lending &amp; TechOps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E55A2DC-5AE8-A2C0-AA3A-8A09D38EF5C6}"/>
              </a:ext>
            </a:extLst>
          </p:cNvPr>
          <p:cNvSpPr/>
          <p:nvPr/>
        </p:nvSpPr>
        <p:spPr>
          <a:xfrm>
            <a:off x="670560" y="15121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01C6301-05D5-46F3-1B06-FBCB94246024}"/>
              </a:ext>
            </a:extLst>
          </p:cNvPr>
          <p:cNvSpPr/>
          <p:nvPr/>
        </p:nvSpPr>
        <p:spPr>
          <a:xfrm>
            <a:off x="820889" y="2899853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FNBO Pagaya Process flow &amp; </a:t>
            </a:r>
            <a:br>
              <a:rPr lang="en-US" sz="14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AI-Powered Dashboard for </a:t>
            </a:r>
            <a:r>
              <a:rPr lang="en-US" sz="1400" b="1" dirty="0" err="1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Techops</a:t>
            </a:r>
            <a:r>
              <a:rPr lang="en-US" sz="14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 Ticket Tracking</a:t>
            </a:r>
            <a:endParaRPr lang="en-US" sz="1400" b="1" dirty="0">
              <a:solidFill>
                <a:srgbClr val="E66914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D2F2A89-5A75-5BCF-A02A-9CB31CF6D69E}"/>
              </a:ext>
            </a:extLst>
          </p:cNvPr>
          <p:cNvSpPr/>
          <p:nvPr/>
        </p:nvSpPr>
        <p:spPr>
          <a:xfrm>
            <a:off x="1285876" y="364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Arial" pitchFamily="34" charset="-122"/>
                <a:cs typeface="Arial" pitchFamily="34" charset="-120"/>
              </a:rPr>
              <a:t>Sambhav Singwi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1794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623AF6-960C-0618-51CD-E023ED94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57734"/>
            <a:ext cx="5957888" cy="370332"/>
          </a:xfrm>
        </p:spPr>
        <p:txBody>
          <a:bodyPr anchor="t">
            <a:noAutofit/>
          </a:bodyPr>
          <a:lstStyle/>
          <a:p>
            <a:r>
              <a:rPr lang="en-US" sz="3200" b="1" dirty="0">
                <a:solidFill>
                  <a:srgbClr val="E66914"/>
                </a:solidFill>
                <a:latin typeface="+mn-lt"/>
              </a:rPr>
              <a:t>Internship Overview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3A4E9A-AB5C-171C-B595-A7CBD12C5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91571"/>
              </p:ext>
            </p:extLst>
          </p:nvPr>
        </p:nvGraphicFramePr>
        <p:xfrm>
          <a:off x="137160" y="711962"/>
          <a:ext cx="8907780" cy="40126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39842">
                  <a:extLst>
                    <a:ext uri="{9D8B030D-6E8A-4147-A177-3AD203B41FA5}">
                      <a16:colId xmlns:a16="http://schemas.microsoft.com/office/drawing/2014/main" val="3075164226"/>
                    </a:ext>
                  </a:extLst>
                </a:gridCol>
                <a:gridCol w="4033969">
                  <a:extLst>
                    <a:ext uri="{9D8B030D-6E8A-4147-A177-3AD203B41FA5}">
                      <a16:colId xmlns:a16="http://schemas.microsoft.com/office/drawing/2014/main" val="2825189001"/>
                    </a:ext>
                  </a:extLst>
                </a:gridCol>
                <a:gridCol w="4033969">
                  <a:extLst>
                    <a:ext uri="{9D8B030D-6E8A-4147-A177-3AD203B41FA5}">
                      <a16:colId xmlns:a16="http://schemas.microsoft.com/office/drawing/2014/main" val="781233691"/>
                    </a:ext>
                  </a:extLst>
                </a:gridCol>
              </a:tblGrid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12629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Got familiar with the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Company’s organizational structure </a:t>
                      </a:r>
                      <a:r>
                        <a:rPr lang="en-US" sz="1050" dirty="0"/>
                        <a:t>and about the business conducted in Digital lending.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Learned about the Digital lending and banking sector.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82011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Created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Pagaya Process flow diagram for FNBO </a:t>
                      </a:r>
                      <a:r>
                        <a:rPr lang="en-US" sz="1050" dirty="0"/>
                        <a:t>and did some research on Deferred Amortization schedule for loans.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Learned about Process flow diagrams and how Amortization schedules are created.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655521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Started analyzing the problem statement and created a basic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Mail Tracker </a:t>
                      </a:r>
                      <a:r>
                        <a:rPr lang="en-US" sz="1050" dirty="0"/>
                        <a:t>to track and store the emails in a excel sheet.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Learned about various ways to track emails and to manipulate excel sheet using python libraries.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005808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Researched on various types of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AI models </a:t>
                      </a:r>
                      <a:r>
                        <a:rPr lang="en-US" sz="1050" dirty="0"/>
                        <a:t>and integrated 2 AI models and a LLM for </a:t>
                      </a:r>
                      <a:r>
                        <a:rPr lang="en-US" sz="1050" dirty="0" err="1"/>
                        <a:t>analysing</a:t>
                      </a:r>
                      <a:r>
                        <a:rPr lang="en-US" sz="1050" dirty="0"/>
                        <a:t> the tickets.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Learned about NLP models and their types and how to use them for Intent based analysis.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684419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Understood the company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Network limitations and the security protocols </a:t>
                      </a:r>
                      <a:r>
                        <a:rPr lang="en-US" sz="1050" dirty="0"/>
                        <a:t>and found out alternatives for email tracking.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Learnt about the various ways to track Outlook mails and how to restrict them using security protocols.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3381566"/>
                  </a:ext>
                </a:extLst>
              </a:tr>
              <a:tr h="55604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Created the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Dashboard components </a:t>
                      </a:r>
                      <a:r>
                        <a:rPr lang="en-US" sz="1050" dirty="0"/>
                        <a:t>and integrated the DL into the script. Worked on various edge cases revolving the DL and </a:t>
                      </a:r>
                      <a:r>
                        <a:rPr lang="en-US" sz="1050" dirty="0" err="1"/>
                        <a:t>techops</a:t>
                      </a:r>
                      <a:r>
                        <a:rPr lang="en-US" sz="1050" dirty="0"/>
                        <a:t> solutioning mails.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Learned about the working of </a:t>
                      </a:r>
                      <a:r>
                        <a:rPr lang="en-US" sz="1050" dirty="0" err="1"/>
                        <a:t>techops</a:t>
                      </a:r>
                      <a:r>
                        <a:rPr lang="en-US" sz="1050" dirty="0"/>
                        <a:t> solutioning and various scenarios revolving around 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22730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Worked on </a:t>
                      </a:r>
                      <a:r>
                        <a:rPr lang="en-US" sz="1050" b="1" dirty="0">
                          <a:solidFill>
                            <a:srgbClr val="E66914"/>
                          </a:solidFill>
                        </a:rPr>
                        <a:t>Cloud access and Governance issues </a:t>
                      </a:r>
                      <a:r>
                        <a:rPr lang="en-US" sz="1050" dirty="0"/>
                        <a:t>that might arise during production.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Learnt about the various security risks.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865960"/>
                  </a:ext>
                </a:extLst>
              </a:tr>
              <a:tr h="4301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Testing and finalizing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Learnt about the </a:t>
                      </a:r>
                      <a:r>
                        <a:rPr lang="en-US" sz="1050" dirty="0" err="1"/>
                        <a:t>the</a:t>
                      </a:r>
                      <a:r>
                        <a:rPr lang="en-US" sz="1050" dirty="0"/>
                        <a:t> multiple edge cases involved when analyzing </a:t>
                      </a:r>
                      <a:r>
                        <a:rPr lang="en-US" sz="1050" dirty="0" err="1"/>
                        <a:t>techops</a:t>
                      </a:r>
                      <a:r>
                        <a:rPr lang="en-US" sz="1050" dirty="0"/>
                        <a:t> mails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72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8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411480" y="813817"/>
            <a:ext cx="8321040" cy="1325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11480" y="990606"/>
            <a:ext cx="88315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Problem Statement: Inefficiencies in Support Ticket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Manual Effort:</a:t>
            </a:r>
            <a:r>
              <a:rPr lang="en-US" sz="1400" dirty="0"/>
              <a:t> Support emails from Digital Lending &amp; Payments clients are tracked manually.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Time-Consuming and Error-Prone:</a:t>
            </a:r>
            <a:r>
              <a:rPr lang="en-US" sz="1400" dirty="0"/>
              <a:t> Entering ticket details by hand slows down operations and increases errors.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Lack of Real-Time Visibility:</a:t>
            </a:r>
            <a:r>
              <a:rPr lang="en-US" sz="1400" dirty="0"/>
              <a:t> Managers have no live insight into open tickets, current assignees, or ticket statuses.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Poor Management:</a:t>
            </a:r>
            <a:r>
              <a:rPr lang="en-US" sz="1400" dirty="0"/>
              <a:t> Manual tracking relies on memory, leading to delays and some tickets being missed entirely.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Scalability Issues:</a:t>
            </a:r>
            <a:r>
              <a:rPr lang="en-US" sz="1400" dirty="0"/>
              <a:t> Growing email volume exacerbates all these problems, making the existing system inefficient.</a:t>
            </a:r>
          </a:p>
        </p:txBody>
      </p:sp>
      <p:sp>
        <p:nvSpPr>
          <p:cNvPr id="7" name="Shape 4"/>
          <p:cNvSpPr/>
          <p:nvPr/>
        </p:nvSpPr>
        <p:spPr>
          <a:xfrm>
            <a:off x="411480" y="2491741"/>
            <a:ext cx="4023360" cy="9601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>
              <a:solidFill>
                <a:srgbClr val="C85C12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2491741"/>
            <a:ext cx="201168" cy="9601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704088" y="2564893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No Visibility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04088" y="2839213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No dashboard. Managers called team members for updates.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17720" y="2491741"/>
            <a:ext cx="4023360" cy="9601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>
              <a:solidFill>
                <a:srgbClr val="C85C12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17720" y="2491741"/>
            <a:ext cx="201168" cy="9601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4910328" y="2564893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Manual &amp; Error-Prone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10328" y="2839213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Every field filled by hand. Tickets missed, replies not logged.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4023360" cy="9601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>
              <a:solidFill>
                <a:srgbClr val="C85C12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3703320"/>
            <a:ext cx="201168" cy="9601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7" name="Text 14"/>
          <p:cNvSpPr/>
          <p:nvPr/>
        </p:nvSpPr>
        <p:spPr>
          <a:xfrm>
            <a:off x="704088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No Classification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04088" y="40507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Emails not categorised. No way to track issue frequency or type.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17720" y="3703320"/>
            <a:ext cx="4023360" cy="9601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>
              <a:solidFill>
                <a:srgbClr val="C85C12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17720" y="3703320"/>
            <a:ext cx="201168" cy="9601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21" name="Text 18"/>
          <p:cNvSpPr/>
          <p:nvPr/>
        </p:nvSpPr>
        <p:spPr>
          <a:xfrm>
            <a:off x="4910328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No Accountability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910328" y="40507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No record of who was assigned, how long they took, or follow-up count.</a:t>
            </a:r>
            <a:endParaRPr lang="en-US" sz="1400" dirty="0"/>
          </a:p>
        </p:txBody>
      </p:sp>
      <p:sp>
        <p:nvSpPr>
          <p:cNvPr id="23" name="Text 1"/>
          <p:cNvSpPr/>
          <p:nvPr/>
        </p:nvSpPr>
        <p:spPr>
          <a:xfrm>
            <a:off x="411480" y="91441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>
              <a:solidFill>
                <a:srgbClr val="E669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7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11480" y="2057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Impact of Dashboard</a:t>
            </a:r>
            <a:endParaRPr lang="en-US" sz="2800" dirty="0">
              <a:solidFill>
                <a:srgbClr val="E66914"/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918972"/>
            <a:ext cx="1572768" cy="12618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>
              <a:solidFill>
                <a:srgbClr val="E66914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411480" y="9646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0</a:t>
            </a:r>
            <a:endParaRPr lang="en-US" sz="3200" dirty="0">
              <a:solidFill>
                <a:srgbClr val="E66914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11480" y="15590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Manual effort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per ticke</a:t>
            </a:r>
            <a:r>
              <a:rPr lang="en-US" sz="1200" b="1" dirty="0">
                <a:ea typeface="Arial" pitchFamily="34" charset="-122"/>
                <a:cs typeface="Arial" pitchFamily="34" charset="-120"/>
              </a:rPr>
              <a:t>t</a:t>
            </a:r>
            <a:endParaRPr lang="en-US" sz="1200" b="1" dirty="0"/>
          </a:p>
        </p:txBody>
      </p:sp>
      <p:sp>
        <p:nvSpPr>
          <p:cNvPr id="9" name="Shape 5"/>
          <p:cNvSpPr/>
          <p:nvPr/>
        </p:nvSpPr>
        <p:spPr>
          <a:xfrm>
            <a:off x="2112264" y="918972"/>
            <a:ext cx="1572768" cy="12618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>
              <a:solidFill>
                <a:srgbClr val="E66914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2112264" y="9646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&lt; 1s</a:t>
            </a:r>
            <a:endParaRPr lang="en-US" sz="3200" dirty="0">
              <a:solidFill>
                <a:srgbClr val="E66914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2112264" y="15590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Issue Category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detection</a:t>
            </a:r>
            <a:endParaRPr lang="en-US" sz="1400" b="1" dirty="0"/>
          </a:p>
        </p:txBody>
      </p:sp>
      <p:sp>
        <p:nvSpPr>
          <p:cNvPr id="12" name="Shape 8"/>
          <p:cNvSpPr/>
          <p:nvPr/>
        </p:nvSpPr>
        <p:spPr>
          <a:xfrm>
            <a:off x="3813048" y="918972"/>
            <a:ext cx="1572768" cy="12618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>
              <a:solidFill>
                <a:srgbClr val="E66914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3813048" y="9646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~7s</a:t>
            </a:r>
            <a:endParaRPr lang="en-US" sz="3200" dirty="0">
              <a:solidFill>
                <a:srgbClr val="E66914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3813048" y="15590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AI resolution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check</a:t>
            </a:r>
            <a:endParaRPr lang="en-US" sz="1400" b="1" dirty="0"/>
          </a:p>
        </p:txBody>
      </p:sp>
      <p:sp>
        <p:nvSpPr>
          <p:cNvPr id="15" name="Shape 11"/>
          <p:cNvSpPr/>
          <p:nvPr/>
        </p:nvSpPr>
        <p:spPr>
          <a:xfrm>
            <a:off x="5513832" y="918972"/>
            <a:ext cx="1572768" cy="12618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>
              <a:solidFill>
                <a:srgbClr val="E66914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5513832" y="9646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15s</a:t>
            </a:r>
            <a:endParaRPr lang="en-US" sz="3200" dirty="0">
              <a:solidFill>
                <a:srgbClr val="E66914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5513832" y="15590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Inbox poll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interval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7214616" y="918972"/>
            <a:ext cx="1572768" cy="12618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>
              <a:solidFill>
                <a:srgbClr val="E66914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7214616" y="9646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Auto</a:t>
            </a:r>
            <a:endParaRPr lang="en-US" sz="3200" dirty="0">
              <a:solidFill>
                <a:srgbClr val="E66914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7214616" y="15590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Dashboard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refresh</a:t>
            </a:r>
            <a:endParaRPr lang="en-US" sz="1400" b="1" dirty="0"/>
          </a:p>
        </p:txBody>
      </p:sp>
      <p:sp>
        <p:nvSpPr>
          <p:cNvPr id="21" name="Shape 17"/>
          <p:cNvSpPr/>
          <p:nvPr/>
        </p:nvSpPr>
        <p:spPr>
          <a:xfrm>
            <a:off x="411480" y="2354580"/>
            <a:ext cx="8321040" cy="8793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594360" y="2446020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F4444"/>
                </a:solidFill>
                <a:ea typeface="Arial" pitchFamily="34" charset="-122"/>
                <a:cs typeface="Arial" pitchFamily="34" charset="-120"/>
              </a:rPr>
              <a:t>BEFORE</a:t>
            </a:r>
            <a:endParaRPr lang="en-US" b="1" dirty="0"/>
          </a:p>
        </p:txBody>
      </p:sp>
      <p:sp>
        <p:nvSpPr>
          <p:cNvPr id="23" name="Text 19"/>
          <p:cNvSpPr/>
          <p:nvPr/>
        </p:nvSpPr>
        <p:spPr>
          <a:xfrm>
            <a:off x="594360" y="26670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Emails read manually. Details typed into a basic shared Excel sheet with no categories, no status tracking, no dashboard. Managers had no visibility. Missed emails meant missed tickets.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11480" y="3407664"/>
            <a:ext cx="8321040" cy="11597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594360" y="3526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0B981"/>
                </a:solidFill>
                <a:ea typeface="Arial" pitchFamily="34" charset="-122"/>
                <a:cs typeface="Arial" pitchFamily="34" charset="-120"/>
              </a:rPr>
              <a:t>AFTER</a:t>
            </a:r>
            <a:endParaRPr lang="en-US" b="1" dirty="0"/>
          </a:p>
        </p:txBody>
      </p:sp>
      <p:sp>
        <p:nvSpPr>
          <p:cNvPr id="26" name="Text 22"/>
          <p:cNvSpPr/>
          <p:nvPr/>
        </p:nvSpPr>
        <p:spPr>
          <a:xfrm>
            <a:off x="594360" y="38724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Every email is automatically captured, classified by AI into one of the issue categories and logged to a shared Excel on SharePoint. A live dashboard shows ticket counts by Pending / Ongoing / Urgent / Resolved — updated automatically after every email, the number of tickets by category, by worth and by assignee along with a list of open tickets.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5462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E99B88-99D7-F014-646E-380254BC0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5" y="741150"/>
            <a:ext cx="3477177" cy="1347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38A7F9-0AB2-D4C9-BABF-F96C4B1B6DE3}"/>
              </a:ext>
            </a:extLst>
          </p:cNvPr>
          <p:cNvSpPr txBox="1"/>
          <p:nvPr/>
        </p:nvSpPr>
        <p:spPr>
          <a:xfrm>
            <a:off x="160507" y="144780"/>
            <a:ext cx="8236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66914"/>
                </a:solidFill>
                <a:ea typeface="Cambria" pitchFamily="34" charset="-122"/>
              </a:rPr>
              <a:t>The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BF233-EB4E-E23D-2664-98CE99AEAD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1"/>
          <a:stretch>
            <a:fillRect/>
          </a:stretch>
        </p:blipFill>
        <p:spPr>
          <a:xfrm>
            <a:off x="3673325" y="741149"/>
            <a:ext cx="4906795" cy="1494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877D5C-0BE1-06D8-C6A9-2F6935148F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68"/>
          <a:stretch>
            <a:fillRect/>
          </a:stretch>
        </p:blipFill>
        <p:spPr>
          <a:xfrm>
            <a:off x="1082525" y="2264185"/>
            <a:ext cx="2963695" cy="16332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3BE91D-6655-0168-E4A0-920A04D11C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995"/>
          <a:stretch>
            <a:fillRect/>
          </a:stretch>
        </p:blipFill>
        <p:spPr>
          <a:xfrm>
            <a:off x="4751291" y="2266343"/>
            <a:ext cx="3310184" cy="1633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3A8D4C-3F44-9C83-093F-41A98010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3899625"/>
            <a:ext cx="3970020" cy="116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2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838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The Solution : </a:t>
            </a:r>
            <a:r>
              <a:rPr lang="en-US" sz="20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Using GenAI, LLM Models, Openpyxl &amp; Pywin32</a:t>
            </a:r>
            <a:r>
              <a:rPr lang="en-US" sz="24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**</a:t>
            </a:r>
            <a:endParaRPr lang="en-US" sz="2800" dirty="0">
              <a:solidFill>
                <a:srgbClr val="E66914"/>
              </a:solidFill>
            </a:endParaRPr>
          </a:p>
        </p:txBody>
      </p:sp>
      <p:sp>
        <p:nvSpPr>
          <p:cNvPr id="2" name="Shape 2"/>
          <p:cNvSpPr/>
          <p:nvPr/>
        </p:nvSpPr>
        <p:spPr>
          <a:xfrm>
            <a:off x="139446" y="929640"/>
            <a:ext cx="2080260" cy="35356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88036" y="117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Email Captured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4612" y="1949196"/>
            <a:ext cx="1746504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dirty="0">
                <a:ea typeface="Arial" pitchFamily="34" charset="-122"/>
                <a:cs typeface="Arial" pitchFamily="34" charset="-120"/>
              </a:rPr>
              <a:t>Using </a:t>
            </a:r>
            <a:r>
              <a:rPr lang="en-US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Outlook COM Automation </a:t>
            </a:r>
            <a:r>
              <a:rPr lang="en-US" dirty="0">
                <a:ea typeface="Arial" pitchFamily="34" charset="-122"/>
                <a:cs typeface="Arial" pitchFamily="34" charset="-120"/>
              </a:rPr>
              <a:t>to attach to an ongoing outlook session and access the inbox to track the mails without the need of authentication.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15134" y="23210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6914"/>
                </a:solidFill>
              </a:rPr>
              <a:t>▶</a:t>
            </a:r>
          </a:p>
        </p:txBody>
      </p:sp>
      <p:sp>
        <p:nvSpPr>
          <p:cNvPr id="9" name="Shape 7"/>
          <p:cNvSpPr/>
          <p:nvPr/>
        </p:nvSpPr>
        <p:spPr>
          <a:xfrm>
            <a:off x="2400300" y="929640"/>
            <a:ext cx="2080260" cy="35356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48890" y="117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AI Analysis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59152" y="2086356"/>
            <a:ext cx="2073402" cy="1630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dirty="0"/>
              <a:t>Used a </a:t>
            </a:r>
            <a:r>
              <a:rPr lang="en-US" sz="1600" b="1" dirty="0">
                <a:solidFill>
                  <a:srgbClr val="E66914"/>
                </a:solidFill>
              </a:rPr>
              <a:t>Sentence Embedding Model </a:t>
            </a:r>
            <a:r>
              <a:rPr lang="en-US" sz="1600" dirty="0"/>
              <a:t>to identify the issue</a:t>
            </a:r>
            <a:br>
              <a:rPr lang="en-US" sz="1600" dirty="0"/>
            </a:br>
            <a:r>
              <a:rPr lang="en-US" sz="300" dirty="0"/>
              <a:t> </a:t>
            </a:r>
            <a:endParaRPr lang="en-US" sz="16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dirty="0"/>
              <a:t>Used a </a:t>
            </a:r>
            <a:r>
              <a:rPr lang="en-US" sz="1600" b="1" dirty="0">
                <a:solidFill>
                  <a:srgbClr val="E66914"/>
                </a:solidFill>
              </a:rPr>
              <a:t>Zero-shot NER </a:t>
            </a:r>
            <a:r>
              <a:rPr lang="en-US" sz="1600" dirty="0"/>
              <a:t>model to find Due date and Assignee</a:t>
            </a:r>
          </a:p>
          <a:p>
            <a:pPr algn="ctr"/>
            <a:endParaRPr lang="en-US" sz="5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dirty="0"/>
              <a:t>Used a </a:t>
            </a:r>
            <a:r>
              <a:rPr lang="en-US" sz="1600" b="1" dirty="0">
                <a:solidFill>
                  <a:srgbClr val="E66914"/>
                </a:solidFill>
              </a:rPr>
              <a:t>Generative LLM</a:t>
            </a:r>
            <a:r>
              <a:rPr lang="en-US" sz="1600" dirty="0"/>
              <a:t> for Sentimental Analysis of the conversation</a:t>
            </a:r>
          </a:p>
        </p:txBody>
      </p:sp>
      <p:sp>
        <p:nvSpPr>
          <p:cNvPr id="13" name="Text 11"/>
          <p:cNvSpPr/>
          <p:nvPr/>
        </p:nvSpPr>
        <p:spPr>
          <a:xfrm>
            <a:off x="4462272" y="19583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2010" y="929640"/>
            <a:ext cx="2080260" cy="35356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00600" y="117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Excel Update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2198370"/>
            <a:ext cx="205511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dirty="0">
                <a:ea typeface="Arial" pitchFamily="34" charset="-122"/>
                <a:cs typeface="Arial" pitchFamily="34" charset="-120"/>
              </a:rPr>
              <a:t>New ticket or reply logged to </a:t>
            </a:r>
            <a:r>
              <a:rPr lang="en-US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SharePoint Excel</a:t>
            </a:r>
            <a:r>
              <a:rPr lang="en-US" dirty="0">
                <a:ea typeface="Arial" pitchFamily="34" charset="-122"/>
                <a:cs typeface="Arial" pitchFamily="34" charset="-120"/>
              </a:rPr>
              <a:t>. If a previous row exists with the same ticket id then updated otherwise, new ticket created and </a:t>
            </a:r>
            <a:r>
              <a:rPr lang="en-US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Dashboard rebuilt automatically</a:t>
            </a:r>
            <a:r>
              <a:rPr lang="en-US" dirty="0"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11112" y="19583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929640"/>
            <a:ext cx="2080260" cy="35356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52310" y="11628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Team Access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36308" y="2234184"/>
            <a:ext cx="1833372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dirty="0">
                <a:ea typeface="Arial" pitchFamily="34" charset="-122"/>
                <a:cs typeface="Arial" pitchFamily="34" charset="-120"/>
              </a:rPr>
              <a:t>Dashboard is on </a:t>
            </a:r>
            <a:r>
              <a:rPr lang="en-US" sz="1600" dirty="0" err="1">
                <a:ea typeface="Arial" pitchFamily="34" charset="-122"/>
                <a:cs typeface="Arial" pitchFamily="34" charset="-120"/>
              </a:rPr>
              <a:t>Sharepoint</a:t>
            </a:r>
            <a:r>
              <a:rPr lang="en-US" sz="1600" dirty="0"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accessible by all </a:t>
            </a:r>
            <a:r>
              <a:rPr lang="en-US" sz="1600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along with a </a:t>
            </a:r>
            <a:r>
              <a:rPr lang="en-US" sz="1600" dirty="0">
                <a:ea typeface="Arial" pitchFamily="34" charset="-122"/>
                <a:cs typeface="Arial" pitchFamily="34" charset="-120"/>
              </a:rPr>
              <a:t>trigger file to start or stop the script by anyone without actually having access to the code. Thus, ensuring </a:t>
            </a:r>
            <a:r>
              <a:rPr lang="en-US" sz="16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no governance issues</a:t>
            </a:r>
            <a:r>
              <a:rPr lang="en-US" sz="1600" dirty="0"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FA44B70-B31F-F64D-DF23-E6B369123A81}"/>
              </a:ext>
            </a:extLst>
          </p:cNvPr>
          <p:cNvSpPr/>
          <p:nvPr/>
        </p:nvSpPr>
        <p:spPr>
          <a:xfrm>
            <a:off x="4455414" y="23210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6914"/>
                </a:solidFill>
              </a:rPr>
              <a:t>▶</a:t>
            </a: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DF61F7F9-275A-2F36-630B-66DBA691DD11}"/>
              </a:ext>
            </a:extLst>
          </p:cNvPr>
          <p:cNvSpPr/>
          <p:nvPr/>
        </p:nvSpPr>
        <p:spPr>
          <a:xfrm>
            <a:off x="6720840" y="23698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6914"/>
                </a:solidFill>
              </a:rPr>
              <a:t>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E592D-5D19-A8C9-F468-452B869CB802}"/>
              </a:ext>
            </a:extLst>
          </p:cNvPr>
          <p:cNvSpPr txBox="1"/>
          <p:nvPr/>
        </p:nvSpPr>
        <p:spPr>
          <a:xfrm>
            <a:off x="75819" y="4599194"/>
            <a:ext cx="326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 Technical details in appendix</a:t>
            </a:r>
          </a:p>
        </p:txBody>
      </p:sp>
    </p:spTree>
    <p:extLst>
      <p:ext uri="{BB962C8B-B14F-4D97-AF65-F5344CB8AC3E}">
        <p14:creationId xmlns:p14="http://schemas.microsoft.com/office/powerpoint/2010/main" val="57128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11480" y="2971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Future Prospects</a:t>
            </a:r>
            <a:endParaRPr lang="en-US" sz="2800" dirty="0">
              <a:solidFill>
                <a:srgbClr val="E66914"/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1010412"/>
            <a:ext cx="83210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75488" y="1156716"/>
            <a:ext cx="347472" cy="34747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75488" y="11567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60120" y="10744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Microsoft Graph API on Azure</a:t>
            </a:r>
            <a:endParaRPr lang="en-US" sz="1400" b="1" dirty="0"/>
          </a:p>
        </p:txBody>
      </p:sp>
      <p:sp>
        <p:nvSpPr>
          <p:cNvPr id="10" name="Text 6"/>
          <p:cNvSpPr/>
          <p:nvPr/>
        </p:nvSpPr>
        <p:spPr>
          <a:xfrm>
            <a:off x="960120" y="13395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With IT admin consent, COM dependency removed. Script moves to an Azure Function —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24/7 cloud, no dedicated machine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, no Outlook installation needed.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11480" y="1929384"/>
            <a:ext cx="83210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5488" y="2075688"/>
            <a:ext cx="347472" cy="34747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548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1993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Power Automate Trigger</a:t>
            </a:r>
            <a:endParaRPr lang="en-US" sz="1400" b="1" dirty="0"/>
          </a:p>
        </p:txBody>
      </p:sp>
      <p:sp>
        <p:nvSpPr>
          <p:cNvPr id="15" name="Text 11"/>
          <p:cNvSpPr/>
          <p:nvPr/>
        </p:nvSpPr>
        <p:spPr>
          <a:xfrm>
            <a:off x="960120" y="225856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Replace tracker_control.txt with a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Power Automate button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 — proper UI, Teams notification on completion, real-time run status.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2848356"/>
            <a:ext cx="83210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5488" y="2994660"/>
            <a:ext cx="347472" cy="34747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75488" y="29946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60120" y="29123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Expanded AI Capabilities</a:t>
            </a:r>
            <a:endParaRPr lang="en-US" sz="1400" b="1" dirty="0"/>
          </a:p>
        </p:txBody>
      </p:sp>
      <p:sp>
        <p:nvSpPr>
          <p:cNvPr id="20" name="Text 16"/>
          <p:cNvSpPr/>
          <p:nvPr/>
        </p:nvSpPr>
        <p:spPr>
          <a:xfrm>
            <a:off x="960120" y="31775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Sentiment detection for frustrated clients, priority scoring, and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auto-generated reply templates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from Gemma based on ticket category.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26180"/>
            <a:ext cx="83210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3919548"/>
            <a:ext cx="347472" cy="34747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9195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7901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Power BI Dashboard</a:t>
            </a:r>
            <a:endParaRPr lang="en-US" sz="1400" b="1" dirty="0"/>
          </a:p>
        </p:txBody>
      </p:sp>
      <p:sp>
        <p:nvSpPr>
          <p:cNvPr id="28" name="Text 26"/>
          <p:cNvSpPr/>
          <p:nvPr/>
        </p:nvSpPr>
        <p:spPr>
          <a:xfrm>
            <a:off x="960120" y="405536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Convert the Excel dashboard into a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Power BI report — mobile access, real-time refresh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, SLA alerts for high-worth unresolved tickets.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6605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905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Scalability</a:t>
            </a:r>
            <a:endParaRPr lang="en-US" sz="2800" dirty="0">
              <a:solidFill>
                <a:srgbClr val="E6691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03732"/>
            <a:ext cx="832104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03732"/>
            <a:ext cx="201168" cy="82296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9677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ea typeface="Arial" pitchFamily="34" charset="-122"/>
                <a:cs typeface="Arial" pitchFamily="34" charset="-120"/>
              </a:rPr>
              <a:t>Multi-Team Deployment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24206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The script works on any Windows machine signed into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any Outlook DL account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. Another team — Payments Ops, Compliance, Risk — can deploy their own instance with zero code changes. Only the DL address needs updating.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45564"/>
            <a:ext cx="832104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45564"/>
            <a:ext cx="201168" cy="82296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19095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ea typeface="Arial" pitchFamily="34" charset="-122"/>
                <a:cs typeface="Arial" pitchFamily="34" charset="-120"/>
              </a:rPr>
              <a:t>Multi-Mailbox Support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" y="2183892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Multiple instances can run simultaneously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, each tracking a different DL and writing to its own SharePoint Excel. A manager-level aggregated dashboard across all teams is a natural extension.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87396"/>
            <a:ext cx="832104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787396"/>
            <a:ext cx="201168" cy="82296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28514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ea typeface="Arial" pitchFamily="34" charset="-122"/>
                <a:cs typeface="Arial" pitchFamily="34" charset="-120"/>
              </a:rPr>
              <a:t>Cloud-Ready Architecture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" y="312572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SharePoint integration is live. The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Excel file syncs to the cloud in real time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— any authorised user views the dashboard from any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29228"/>
            <a:ext cx="832104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729228"/>
            <a:ext cx="201168" cy="82296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37932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ea typeface="Arial" pitchFamily="34" charset="-122"/>
                <a:cs typeface="Arial" pitchFamily="34" charset="-120"/>
              </a:rPr>
              <a:t>Graph API Migration Path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" y="4067556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The only constraint is the lack of IT admin consent for Microsoft Graph API. Once granted, the script moves to an Azure Function — </a:t>
            </a:r>
            <a:r>
              <a:rPr lang="en-US" sz="1100" b="1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cloud-hosted, 24/7, no dedicated hardware, triggered by a SharePoint list item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4632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64592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22128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Technical Details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520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Architecture  ·  AI Models  ·  Key Decisions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6104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Full Stack —How It Fits Together</a:t>
            </a:r>
            <a:endParaRPr lang="en-US" sz="2600" dirty="0">
              <a:solidFill>
                <a:srgbClr val="E6691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4023360" cy="3657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9AB5"/>
                </a:solidFill>
                <a:ea typeface="Arial" pitchFamily="34" charset="-122"/>
                <a:cs typeface="Arial" pitchFamily="34" charset="-120"/>
              </a:rPr>
              <a:t>EMAIL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10454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pywin32 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3441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Connects to the already-running Outlook (Classic) desktop app via Windows COM automation. No credentials, no API, no network calls. Uses the already signed in Outlook session to read the inbox.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49808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DL 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500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Only emails having fnbo-l2-servicing@exlservice.com in To/CC/BCC field will be tracked. Uses exact address matching (split on separators) to prevent partial matches. Emails not passing this filter are not analyzed and are ignored.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30626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Mid-Chain Parser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5021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For cases when the client didn’t sent mail to the fnbo-l2-servicing@exlservice and directly contacted an employee, the employee while replying can just tag the DL in CC and </a:t>
            </a:r>
            <a:r>
              <a:rPr lang="en-US" sz="1000" dirty="0" err="1">
                <a:ea typeface="Arial" pitchFamily="34" charset="-122"/>
                <a:cs typeface="Arial" pitchFamily="34" charset="-120"/>
              </a:rPr>
              <a:t>parse_quoted_chain</a:t>
            </a:r>
            <a:r>
              <a:rPr lang="en-US" sz="1000" dirty="0">
                <a:ea typeface="Arial" pitchFamily="34" charset="-122"/>
                <a:cs typeface="Arial" pitchFamily="34" charset="-120"/>
              </a:rPr>
              <a:t>() finds From:/Sent:/Subject: blocks directly in the email body regardless of Outlook version or quote format. Reconstructs full history, extracts original sender, timestamp, followup count.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685800"/>
            <a:ext cx="4023360" cy="3657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92040" y="804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9AB5"/>
                </a:solidFill>
                <a:ea typeface="Arial" pitchFamily="34" charset="-122"/>
                <a:cs typeface="Arial" pitchFamily="34" charset="-120"/>
              </a:rPr>
              <a:t>STORAGE &amp; CONTROL LAYER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11430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47488" y="106299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Excel (</a:t>
            </a:r>
            <a:r>
              <a:rPr lang="en-US" sz="1400" b="1" dirty="0" err="1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openpyxl</a:t>
            </a: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47488" y="14264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mail_tracker.xlsx — 15 columns including Worth ($) extracted by regex. Status: Pending / Ongoing / Urgent (auto after 3 days) / Resolved (auto after 7 days no client reply post employee response or if detected by LLM). Full conversation stored. Message-ID as primary thread key along with a subject check to identify the ticket.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2860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47488" y="21854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SharePoint / OneDrive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23874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OUTPUT_FILE points to the OneDrive sync path. Script writes locally — OneDrive syncs to SharePoint within seconds. Any authorised team member views the dashboard from any device. Version history built in.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1546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47488" y="30626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Governance Trigger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47488" y="34222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ea typeface="Arial" pitchFamily="34" charset="-122"/>
                <a:cs typeface="Arial" pitchFamily="34" charset="-120"/>
              </a:rPr>
              <a:t>tracker_control.txt on SharePoint — team writes START/STOP/IDLE (case-insensitive). Script checks every 5s while waiting, every 15s while running. After STOP: dashboard updated, file reset to IDLE, script returns to wait state. Only Ctrl+C fully exits. This way the script can’t be tampered with to view personal emails.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416552"/>
            <a:ext cx="8321040" cy="20116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9AB5"/>
                </a:solidFill>
                <a:ea typeface="Arial" pitchFamily="34" charset="-122"/>
                <a:cs typeface="Arial" pitchFamily="34" charset="-120"/>
              </a:rPr>
              <a:t>POLL_INTERVAL=15s  →  DL filter  →  AI pipeline  →  Excel write  →  Dashboard rebuild  →  OneDrive sync  →  SharePoint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521986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07264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AI Models</a:t>
            </a:r>
            <a:endParaRPr lang="en-US" sz="2600" dirty="0">
              <a:solidFill>
                <a:srgbClr val="E6691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893064"/>
            <a:ext cx="8321040" cy="1143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893064"/>
            <a:ext cx="201168" cy="1143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088" y="966216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966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~430MB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01368" y="966216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801368" y="966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~0.4s per ticket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" y="1213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BGE — Category Detection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" y="14874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6914"/>
                </a:solidFill>
                <a:ea typeface="Courier New" pitchFamily="34" charset="-122"/>
                <a:cs typeface="Courier New" pitchFamily="34" charset="-120"/>
              </a:rPr>
              <a:t>BAAI/bge-base-en-v1.5</a:t>
            </a:r>
            <a:endParaRPr lang="en-US" sz="1100" dirty="0">
              <a:solidFill>
                <a:srgbClr val="E6691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" y="17160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ea typeface="Arial" pitchFamily="34" charset="-122"/>
                <a:cs typeface="Arial" pitchFamily="34" charset="-120"/>
              </a:rPr>
              <a:t>Sentence Embedding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98450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59352" y="929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Pre-encodes 9 descriptive category label sentences at startup (not at call time)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1948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59352" y="1139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Converts the first email body to a vector embedding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94760" y="140512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59352" y="1350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Computes cosine similarity against all 9 label embeddings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94760" y="16154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9352" y="1560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Margin-based selection: top score always included, plus any within 0.05 of 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94760" y="182575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59352" y="1770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Pre-check: pure question words + no problem words → General Query (no model call needed)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12280" y="966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116738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Tested 6 approaches on different models on 26 cases. BGE margin-based gave 94% accuracy with focused 1-2 labels per ticket. 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154936"/>
            <a:ext cx="8321040" cy="1143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" y="2154936"/>
            <a:ext cx="201168" cy="1143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4088" y="2228088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4088" y="2228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~170MB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01368" y="2228088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01368" y="2228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~0.04s per call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4088" y="2474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GLiNER — Due Date &amp; Assignee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4088" y="2749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6914"/>
                </a:solidFill>
                <a:ea typeface="Courier New" pitchFamily="34" charset="-122"/>
                <a:cs typeface="Courier New" pitchFamily="34" charset="-120"/>
              </a:rPr>
              <a:t>urchade/gliner_small-v2.1</a:t>
            </a:r>
            <a:endParaRPr lang="en-US" sz="1100" dirty="0">
              <a:solidFill>
                <a:srgbClr val="E66914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88" y="2996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ea typeface="Arial" pitchFamily="34" charset="-122"/>
                <a:cs typeface="Arial" pitchFamily="34" charset="-120"/>
              </a:rPr>
              <a:t>Zero-shot NER Model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94760" y="224637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59352" y="2191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Zero-shot named entity recognition — no fine-tuning needed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94760" y="24566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59352" y="2401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Due dates: </a:t>
            </a:r>
            <a:r>
              <a:rPr lang="en-US" sz="800">
                <a:ea typeface="Arial" pitchFamily="34" charset="-122"/>
                <a:cs typeface="Arial" pitchFamily="34" charset="-120"/>
              </a:rPr>
              <a:t>scans words </a:t>
            </a:r>
            <a:r>
              <a:rPr lang="en-US" sz="800" dirty="0">
                <a:ea typeface="Arial" pitchFamily="34" charset="-122"/>
                <a:cs typeface="Arial" pitchFamily="34" charset="-120"/>
              </a:rPr>
              <a:t>for date/time/duration entities, threshold 0.3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94760" y="26670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59352" y="2612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Only accepts dates that appear in a deadline-context sentence (words like 'by', 'due', 'before')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94760" y="287731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59352" y="2822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Assignee: scans for person name entities — only accepted if sender email is @exlservice.com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94760" y="308762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59352" y="3032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Special cases handled manually: ASAP, URGENT, EOD, EOW, weekend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12280" y="22280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12280" y="242925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Lightweight (170MB), dual-purpose (dates + names), threshold-controllable to reduce false positives. Faster than running an LLM for structured extraction.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3416808"/>
            <a:ext cx="8321040" cy="1143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11480" y="3416808"/>
            <a:ext cx="201168" cy="1143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04088" y="3489960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4088" y="34899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~800MB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801368" y="3489960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801368" y="3489960"/>
            <a:ext cx="1005840" cy="219456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~7s per call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704088" y="3736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ea typeface="Arial" pitchFamily="34" charset="-122"/>
                <a:cs typeface="Arial" pitchFamily="34" charset="-120"/>
              </a:rPr>
              <a:t>Gemma 3 1B — Resolution Check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704088" y="4011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6914"/>
                </a:solidFill>
                <a:ea typeface="Courier New" pitchFamily="34" charset="-122"/>
                <a:cs typeface="Courier New" pitchFamily="34" charset="-120"/>
              </a:rPr>
              <a:t>gemma3:1b via local Ollama (Q4_K_M GGUF)</a:t>
            </a:r>
            <a:endParaRPr lang="en-US" sz="1100" dirty="0">
              <a:solidFill>
                <a:srgbClr val="E66914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704088" y="423591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ea typeface="Arial" pitchFamily="34" charset="-122"/>
                <a:cs typeface="Arial" pitchFamily="34" charset="-120"/>
              </a:rPr>
              <a:t>Generative LLM for Sentiment Analysis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94760" y="35082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59352" y="3453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Full conversation log passed (newest first) with original sender identified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94760" y="379910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59352" y="3744245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Prompt distinguishes: explicit fix OR clear action taken = YES; only acknowledgement = NO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94760" y="409991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959352" y="4045055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Handles implicit resolutions: 'please check now', 'we have made the change', 'it should work'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436321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959352" y="4278227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Temperature 0.1 for near-deterministic output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959352" y="4294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12280" y="3489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812280" y="369112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Tried rule-based (failed), transformers float16 (34s, too slow), Qwen3-0.6B and Qwen2.5-1.5B (accuracy unacceptable). Gemma 3 1B gave correct YES/NO with 7s latency.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1753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6E2-C1C2-AA05-978A-EE183DC3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6914"/>
                </a:solidFill>
                <a:ea typeface="Cambria" pitchFamily="34" charset="-122"/>
                <a:cs typeface="Cambria" pitchFamily="34" charset="-120"/>
              </a:rPr>
              <a:t>Decisions Made</a:t>
            </a:r>
            <a:endParaRPr lang="en-US" sz="2600" dirty="0">
              <a:solidFill>
                <a:srgbClr val="E6691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84124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23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How to read Outlook emails?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19256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✗ Tried: IMAP (port 993 blocked), Microsoft Graph API (admin consent </a:t>
            </a:r>
            <a:br>
              <a:rPr lang="en-US" sz="800" dirty="0">
                <a:ea typeface="Arial" pitchFamily="34" charset="-122"/>
                <a:cs typeface="Arial" pitchFamily="34" charset="-120"/>
              </a:rPr>
            </a:br>
            <a:r>
              <a:rPr lang="en-US" sz="800" dirty="0">
                <a:ea typeface="Arial" pitchFamily="34" charset="-122"/>
                <a:cs typeface="Arial" pitchFamily="34" charset="-120"/>
              </a:rPr>
              <a:t>not available)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08368" y="1234440"/>
            <a:ext cx="205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ea typeface="Arial" pitchFamily="34" charset="-122"/>
                <a:cs typeface="Arial" pitchFamily="34" charset="-120"/>
              </a:rPr>
              <a:t>✓ Chose: pywin32 COM — attaches to running Outlook session via Windows COM. No credentials, no admin consent, no network calls. 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1179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ea typeface="Arial" pitchFamily="34" charset="-122"/>
                <a:cs typeface="Arial" pitchFamily="34" charset="-120"/>
              </a:rPr>
              <a:t>⚠ Limit: Requires Windows + Outlook (Classic) open and signed in on dedicated machine.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819656"/>
            <a:ext cx="8321040" cy="84124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How to categorise emails?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17185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✗ Tried: 6 approaches tested on 26 cases: hard threshold (over-included 7-9 cats), mpnet (lower accuracy), Gemma+BGE pipeline (too slow at 7s), adaptive margin (gamed metric)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08368" y="2283713"/>
            <a:ext cx="2072192" cy="150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ea typeface="Arial" pitchFamily="34" charset="-122"/>
                <a:cs typeface="Arial" pitchFamily="34" charset="-120"/>
              </a:rPr>
              <a:t>✓ Chose: BGE margin-based: top score always included, plus any within 0.05. 94% accuracy, 1-2 focused labels, ~0.04s per ticket. Pre-check for pure queries avoids model call entirely.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ea typeface="Arial" pitchFamily="34" charset="-122"/>
                <a:cs typeface="Arial" pitchFamily="34" charset="-120"/>
              </a:rPr>
              <a:t>⚠ Limit: 150-word input cap to stay within BGE's token limit. Runs once per ticket, never on replies.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8321040" cy="84124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2779775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How to check if a ticket is resolved?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287268"/>
            <a:ext cx="171853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ea typeface="Arial" pitchFamily="34" charset="-122"/>
                <a:cs typeface="Arial" pitchFamily="34" charset="-120"/>
              </a:rPr>
              <a:t>✗ Rule-based keywords (couldn't distinguish acknowledged vs fixed), transformers float16 (34s, too slow), Qwen3-0.6B (failed YES cases), Qwen2.5-1.5B (same problem).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08368" y="3191255"/>
            <a:ext cx="207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ea typeface="Arial" pitchFamily="34" charset="-122"/>
                <a:cs typeface="Arial" pitchFamily="34" charset="-120"/>
              </a:rPr>
              <a:t>✓ Chose: Gemma 3 1B via local GGUF import (ollama create). ~7s, correct YES/NO including implicit resolutions. Prompt explicitly handles 'please check now', 'we made the change' as resolved indicators.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63440" y="3081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ea typeface="Arial" pitchFamily="34" charset="-122"/>
                <a:cs typeface="Arial" pitchFamily="34" charset="-120"/>
              </a:rPr>
              <a:t>⚠ Gemma only called when non-sender replies (minimises LLM calls). Auto-resolve runs every 15s poll cycle — zero LLM cost. Escalation threshold: 3 days. Auto-resolve threshold: 7 days. Both configurable constants.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8321040" cy="84124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3758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ea typeface="Arial" pitchFamily="34" charset="-122"/>
                <a:cs typeface="Arial" pitchFamily="34" charset="-120"/>
              </a:rPr>
              <a:t>How to give team control without exposing code?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032504"/>
            <a:ext cx="1718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ea typeface="Arial" pitchFamily="34" charset="-122"/>
                <a:cs typeface="Arial" pitchFamily="34" charset="-120"/>
              </a:rPr>
              <a:t>✗ Tried: Flask server (firewall blocked port 5000 between VPN clients), ngrok (SSL intercepted by corporate network)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08368" y="4197096"/>
            <a:ext cx="207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ea typeface="Arial" pitchFamily="34" charset="-122"/>
                <a:cs typeface="Arial" pitchFamily="34" charset="-120"/>
              </a:rPr>
              <a:t>✓ Chose: tracker_control.txt on SharePoint. Team edits one word (START/STOP). OneDrive syncs to dedicated machine in seconds. Script checks the file every 15s.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3913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ea typeface="Arial" pitchFamily="34" charset="-122"/>
                <a:cs typeface="Arial" pitchFamily="34" charset="-120"/>
              </a:rPr>
              <a:t>⚠ Limit: Requires OneDrive sync to be active on the dedicated machine.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8688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011680" y="3657600"/>
            <a:ext cx="1463040" cy="1463040"/>
          </a:xfrm>
          <a:prstGeom prst="ellipse">
            <a:avLst/>
          </a:prstGeom>
          <a:solidFill>
            <a:srgbClr val="C85C1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8404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2560320"/>
            <a:ext cx="4937760" cy="27432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0" y="29032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27752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Script: dynamic_dashboard.py</a:t>
            </a:r>
            <a:endParaRPr lang="en-US" sz="1400" dirty="0">
              <a:solidFill>
                <a:srgbClr val="E66914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33147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Output: mail_tracker.xlsx on SharePoint</a:t>
            </a:r>
            <a:endParaRPr lang="en-US" sz="1400" dirty="0">
              <a:solidFill>
                <a:srgbClr val="E66914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0" y="37261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0" y="3611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Models: GLiNER  ·  BGE  ·  Gemma 3 1B (local GGUF)</a:t>
            </a:r>
            <a:endParaRPr lang="en-US" sz="1400" dirty="0">
              <a:solidFill>
                <a:srgbClr val="E66914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0" y="41376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6914"/>
                </a:solidFill>
                <a:ea typeface="Arial" pitchFamily="34" charset="-122"/>
                <a:cs typeface="Arial" pitchFamily="34" charset="-120"/>
              </a:rPr>
              <a:t>Trigger: tracker_control.txt on SharePoint</a:t>
            </a:r>
            <a:endParaRPr lang="en-US" sz="1400" dirty="0">
              <a:solidFill>
                <a:srgbClr val="E6691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4048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Sambhav Singwi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DE &amp; AI Intern — EXL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2140</Words>
  <Application>Microsoft Office PowerPoint</Application>
  <PresentationFormat>On-screen Show (16:9)</PresentationFormat>
  <Paragraphs>198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Internship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Sambhav Singwi</cp:lastModifiedBy>
  <cp:revision>4</cp:revision>
  <dcterms:created xsi:type="dcterms:W3CDTF">2026-07-13T13:27:33Z</dcterms:created>
  <dcterms:modified xsi:type="dcterms:W3CDTF">2026-07-15T07:29:05Z</dcterms:modified>
</cp:coreProperties>
</file>