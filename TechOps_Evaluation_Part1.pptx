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2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61108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manual effort and lack of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numbers then before/after.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scaling to other teams = zero code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technical decision to the real constraint it 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API is the most impactful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detailed appendix slides covering what was used, where, and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covers the full stack. Every component and how they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models, each chosen for a specific reason after testing alternatives. Gemma only runs when needed — minimising LLM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decision was driven by a real constraint. Each limitation is acknowledged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time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6E88"/>
          </a:solidFill>
          <a:ln/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E9AB5">
              <a:alpha val="30000"/>
            </a:srgbClr>
          </a:solidFill>
          <a:ln w="12700">
            <a:solidFill>
              <a:srgbClr val="0E9A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657600"/>
            <a:ext cx="1463040" cy="1463040"/>
          </a:xfrm>
          <a:prstGeom prst="ellipse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82296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TechOps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840480" y="15361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Dynamic Dashboard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840480" y="239572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Support Ticket Tracking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Live Excel Dashboard &amp; Cloud Access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3310128"/>
            <a:ext cx="4937760" cy="27432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34564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Sambhav Singwi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40480" y="374904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&amp; AI Intern  ·  TechOps Digital Lending  ·  EXL Service 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" y="2560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PROJECT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1440" y="4315968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We Are Solving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1325880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61872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EXL TechOps receives support emails from clients across Digital Lending &amp; Payments. Every ticket was tracked manually — someone had to read each email, open Excel, type in the details, update statuses by hand, and remember to follow up. With growing email volume, this was slow, error-prone, and gave managers no real-time visibility into what was open, who was working on what, or how long issues had been waiting, and some tickets were even missed.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2697480"/>
            <a:ext cx="4023360" cy="960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2697480"/>
            <a:ext cx="20116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04088" y="2770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Visibility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3044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dashboard. Managers called team members for updates.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2697480"/>
            <a:ext cx="4023360" cy="960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697480"/>
            <a:ext cx="20116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0328" y="27706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&amp; Error-Prone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910328" y="3044952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filled by hand. Tickets missed, replies not logged.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" y="3776472"/>
            <a:ext cx="4023360" cy="960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3776472"/>
            <a:ext cx="20116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Classification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4088" y="41239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not categorised. No way to track issue frequency or type.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17720" y="3776472"/>
            <a:ext cx="4023360" cy="96012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3776472"/>
            <a:ext cx="201168" cy="9601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3849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Accountability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0328" y="4123944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record of who was assigned, how long they took, or follow-up count.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—  1 OF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Changed After This Project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572768" cy="12618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12161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11480" y="18105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effort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ticket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12264" y="1170432"/>
            <a:ext cx="1572768" cy="12618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112264" y="12161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12264" y="18105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13048" y="1170432"/>
            <a:ext cx="1572768" cy="12618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813048" y="12161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13048" y="18105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resolution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13832" y="1170432"/>
            <a:ext cx="1572768" cy="12618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513832" y="12161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513832" y="18105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poll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14616" y="1170432"/>
            <a:ext cx="1572768" cy="126187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214616" y="1216152"/>
            <a:ext cx="15727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9A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14616" y="1810512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refresh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1042416"/>
          </a:xfrm>
          <a:prstGeom prst="rect">
            <a:avLst/>
          </a:prstGeom>
          <a:solidFill>
            <a:srgbClr val="1A1028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2697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299008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read manually. Details typed into a basic shared Excel sheet with no categories, no status tracking, no dashboard. Managers had no visibility. Missed emails meant missed tickets.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" y="3776472"/>
            <a:ext cx="8321040" cy="1042416"/>
          </a:xfrm>
          <a:prstGeom prst="rect">
            <a:avLst/>
          </a:prstGeom>
          <a:solidFill>
            <a:srgbClr val="0D2B1F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94360" y="38679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416052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email is automatically captured, classified by AI into one of the issue categories, threaded with its full history, and logged to a shared Excel on SharePoint. Tickets open 3+ days are auto-escalated to Urgent status (highlighted red). If an employee replies and the client doesn't respond for 7 days, the ticket is set to auto-resolved. A live dashboard shows ticket counts by Pending / Ongoing / Urgent / Resolved — updated automatically after every email.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 —  2 OF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 &amp; Broader Potential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8229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70432"/>
            <a:ext cx="20116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12344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Multi-Team Deployment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04088" y="1508760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script works on any Windows machine signed into any Outlook DL account. Another team — Payments Ops, Compliance, Risk — can deploy their own instance with zero code changes. Only the DL address needs updating.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12264"/>
            <a:ext cx="8321040" cy="8229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112264"/>
            <a:ext cx="20116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04088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Multi-Mailbox Support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04088" y="2450592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instances can run simultaneously, each tracking a different DL and writing to its own SharePoint Excel. A manager-level aggregated dashboard across all teams is a natural extension.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3054096"/>
            <a:ext cx="8321040" cy="8229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054096"/>
            <a:ext cx="20116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4088" y="3118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Cloud-Ready Architecture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4088" y="3392424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integration is live. The Excel file syncs to the cloud in real time — any authorised user views the dashboard from any device.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3995928"/>
            <a:ext cx="8321040" cy="82296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3995928"/>
            <a:ext cx="20116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4088" y="405993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API Migration Path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04088" y="4334256"/>
            <a:ext cx="7818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constraint is the lack of IT admin consent for Microsoft Graph API. Once granted, the script moves to an Azure Function — cloud-hosted, 24/7, no dedicated hardware, triggered by a SharePoint list item.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1965960" cy="2514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11480" y="12344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922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Captured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" y="2176272"/>
            <a:ext cx="174650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Outlook COM automation. Filters by DL address. Handles mid-chain tagging and full thread reconstruction.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359152" y="23317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170432"/>
            <a:ext cx="1965960" cy="2514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560320" y="12344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51760" y="17922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70048" y="2176272"/>
            <a:ext cx="174650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models: BGE for category, GLiNER for due dates &amp; assignees, Gemma 3 1B for resolution detection.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07992" y="23317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170432"/>
            <a:ext cx="1965960" cy="2514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09160" y="12344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800600" y="17922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Updated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2176272"/>
            <a:ext cx="174650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ticket or reply logged to SharePoint Excel. Status auto-managed: Escalated to Urgent after 3 days Ongoing, auto-Resolved if employee replied and no client response for 7 days. Dashboard rebuilt automatically.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56832" y="23317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B6E88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170432"/>
            <a:ext cx="1965960" cy="2514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858000" y="123444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6E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949440" y="179222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Access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67728" y="2176272"/>
            <a:ext cx="1746504" cy="1389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on SharePoint. Script controlled via tracker_control.txt — no code access for team.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813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CONSTRAINTS SOLVED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4059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IMAP blocked → COM automation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560320" y="4059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Ollama registry blocked → local GGUF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09160" y="4059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Flask unreachable → SharePoint file trigger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58000" y="405993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Graph API needs consent → stays local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PROSPECTS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Be Done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" y="1316736"/>
            <a:ext cx="347472" cy="347472"/>
          </a:xfrm>
          <a:prstGeom prst="ellipse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2344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Graph API on Azure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1499616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IT admin consent, COM dependency removed. Script moves to an Azure Function — 24/7 cloud, no dedicated machine, no Outlook installation needed.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089404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" y="2235708"/>
            <a:ext cx="347472" cy="347472"/>
          </a:xfrm>
          <a:prstGeom prst="ellipse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2357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1534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Automate Trigger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2418588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tracker_control.txt with a Power Automate button — proper UI, Teams notification on completion, real-time run status.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3008376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" y="3154680"/>
            <a:ext cx="347472" cy="347472"/>
          </a:xfrm>
          <a:prstGeom prst="ellipse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07238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Expanded AI Capabilities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3337560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detection for frustrated clients, priority scoring, and auto-generated reply templates from Gemma based on ticket category.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86200"/>
            <a:ext cx="8321040" cy="64008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" y="4079568"/>
            <a:ext cx="347472" cy="347472"/>
          </a:xfrm>
          <a:prstGeom prst="ellipse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4079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395020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BI Dashboard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0120" y="421538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the Excel dashboard into a Power BI report — mobile access, real-time refresh, SLA alerts for high-worth unresolved tickets.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37360"/>
            <a:ext cx="9144000" cy="1645920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221284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5204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 ·  AI Models  ·  Key Decisions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1 OF 3  —  TECHNICAL ARCHITECTURE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Stack — What Was Built &amp; How It Fits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4023360" cy="3657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LAYER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49808" y="15544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pywin32 COM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49808" y="18013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to the already-running Outlook (Classic) desktop app via Windows COM automation. No credentials, no API, no network calls. Uses the already signed in Outlook session to read the inbox.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49808" y="25603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DL Filter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28072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emails having fnbo-l2-servicing@exlservice.com in To/CC/BCC field will be tracked. Uses exact address matching (split on separators) to prevent partial matches. Emails not passing this filter are not analyzed and are ignored.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36118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35661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Mid-Chain Parser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49808" y="395935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cases when the client didn’t sent mail to the fnbo-l2-servicing@exlservice and directly contacted an employee, the employee while replying can just tag the DL in CC and </a:t>
            </a:r>
            <a:r>
              <a:rPr lang="en-US" sz="950" dirty="0" err="1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parse_quoted_chain</a:t>
            </a: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 finds From:/Sent:/Subject: blocks directly in the email body regardless of Outlook version or quote format. Reconstructs full history, extracts original sender, timestamp, followup count.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1143000"/>
            <a:ext cx="4023360" cy="36576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92040" y="12618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&amp; CONTROL LAYER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047488" y="155448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(openpyxl)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47488" y="1833372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mail_tracker.xlsx — 15 columns including Worth ($) extracted by regex. Status: Pending / Ongoing / Urgent (auto after 3 days) / Resolved (auto after 7 days no client reply post employee response or if detected by LLM). Full conversation stored. Message-ID as primary thread key along with a subject check to identify the ticket.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92040" y="26060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047488" y="256032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SharePoint / OneDrive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47488" y="280720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OUTPUT_FILE points to the OneDrive sync path. Script writes locally — OneDrive syncs to SharePoint within seconds. Any authorised team member views the dashboard from any device. Version history built in.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92040" y="361188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5047488" y="356616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Trigger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047488" y="3879476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tracker_control.txt on SharePoint — team writes START/STOP/IDLE (case-insensitive). Script checks every 5s while waiting, every 15s while running. After STOP: dashboard updated, file reset to IDLE, script returns to wait state. Only Ctrl+C fully exits. This way the script can’t be tampered with to view personal emails.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846320"/>
            <a:ext cx="8321040" cy="256032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502920" y="48737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POLL_INTERVAL=15s  →  DL filter  →  AI pipeline  →  Excel write  →  Dashboard rebuild  →  OneDrive sync  →  SharePoint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2 OF 3  —  AI MODELS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AI Models — What, Where &amp; How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11430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43000"/>
            <a:ext cx="201168" cy="11430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1216152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216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~430MB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01368" y="1216152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12161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~0.04s per ticket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04088" y="14630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BGE — Category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" y="173736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BAAI/bge-base-en-v1.5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04088" y="19842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Called once at ticket creation inside detect_categories()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794760" y="123444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117957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Pre-encodes 9 descriptive category label sentences at startup (not at call time)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94760" y="144475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59352" y="13898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Converts first 150 words of the first email body to a vector embedding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94760" y="165506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59352" y="16002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cosine similarity against all 9 label embeddings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94760" y="186537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59352" y="18105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Margin-based selection: top score always included, plus any within 0.05 of 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94760" y="207568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59352" y="20208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Pre-check: pure question words + no problem words → General Query (no model call needed)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812280" y="1216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812280" y="14173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6 approaches on different models on 26 cases. BGE margin-based gave 94% accuracy with focused 1-2 labels per ticket. 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" y="2404872"/>
            <a:ext cx="8321040" cy="11430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404872"/>
            <a:ext cx="201168" cy="1143000"/>
          </a:xfrm>
          <a:prstGeom prst="rect">
            <a:avLst/>
          </a:prstGeom>
          <a:solidFill>
            <a:srgbClr val="107070"/>
          </a:solidFill>
          <a:ln w="12700">
            <a:solidFill>
              <a:srgbClr val="107070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4088" y="2478024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4088" y="2478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~170MB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801368" y="2478024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01368" y="247802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~0.04s per call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04088" y="27249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 — Due Date &amp; Assignee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" y="29992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urchade/gliner_small-v2.1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" y="32461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Called in extract_deadline() and extract_assignee_name() on every email and reply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794760" y="2496312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59352" y="244144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Zero-shot named entity recognition — no fine-tuning needed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94760" y="270662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59352" y="2651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dates: scans first 300 words for date/time/duration entities, threshold 0.3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794760" y="2916936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59352" y="28620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accepts dates that appear in a deadline-context sentence (words like 'by', 'due', 'before')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94760" y="31272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59352" y="3072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Assignee: scans for person name entities — only accepted if sender email is @exlservice.com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794760" y="3337560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59352" y="32826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cases handled manually: ASAP, URGENT, EOD, EOW, weekend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812280" y="247802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812280" y="2679192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 (170MB), dual-purpose (dates + names), threshold-controllable to reduce false positives. Faster than running an LLM for structured extraction.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11480" y="3666744"/>
            <a:ext cx="8321040" cy="1143000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11480" y="3666744"/>
            <a:ext cx="201168" cy="1143000"/>
          </a:xfrm>
          <a:prstGeom prst="rect">
            <a:avLst/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704088" y="3739896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" y="37398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~800MB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1801368" y="3739896"/>
            <a:ext cx="1005840" cy="219456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801368" y="373989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~7s per call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04088" y="39867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1B — Resolution Check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04088" y="426110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E9A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gemma3:1b via local Ollama (Q4_K_M GGUF)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04088" y="45079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Where: Called inside is_conversation_resolved() — ONLY when a non-sender replies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794760" y="3758184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59352" y="370332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conversation log passed (newest first) with original sender identified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794760" y="404904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59352" y="3994181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distinguishes: explicit fix OR clear action taken = YES; only acknowledgement = NO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94760" y="4349855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59352" y="4294991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implicit resolutions: 'please check now', 'we have made the change', 'it should work'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794760" y="4613148"/>
            <a:ext cx="64008" cy="640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9352" y="4528163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0.1 for near-deterministic output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959352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812280" y="373989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2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6812280" y="3941064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Tried rule-based (failed), transformers float16 (34s, too slow), Qwen3-0.6B and Qwen2.5-1.5B (accuracy unacceptable). Gemma 3 1B gave correct YES/NO with 7s latency.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300" dirty="0">
                <a:solidFill>
                  <a:srgbClr val="0E9A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3 OF 3  —  KEY DECISIONS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411480" y="4572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Made — What I Tried &amp; What I Chose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841248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197864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Outlook emails?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94360" y="1399032"/>
            <a:ext cx="19256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Tried: IMAP (port 993 blocked), Microsoft Graph API (admin consent </a:t>
            </a:r>
            <a:b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available)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408368" y="1508760"/>
            <a:ext cx="20547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Chose: pywin32 COM — attaches to running Outlook session via Windows COM. No credentials, no admin consent, no network calls. 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0" y="14538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Limit: Requires Windows + Outlook (Classic) open and signed in on dedicated machine.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2093976"/>
            <a:ext cx="8321040" cy="841248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categorise emails?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4360" y="2350008"/>
            <a:ext cx="171853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Tried: 6 approaches tested on 26 cases: hard threshold (over-included 7-9 cats), mpnet (lower accuracy), Gemma+BGE pipeline (too slow at 7s), adaptive margin (gamed metric)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408368" y="2558033"/>
            <a:ext cx="2072192" cy="1508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Chose: BGE margin-based: top score always included, plus any within 0.05. 94% accuracy, 1-2 focused labels, ~0.04s per ticket. Pre-check for pure queries avoids model call entirely.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6344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Limit: 150-word input cap to stay within BGE's token limit. Runs once per ticket, never on replies.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044952"/>
            <a:ext cx="8321040" cy="841248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94360" y="30998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check if a ticket is resolved?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3561588"/>
            <a:ext cx="1718534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Rule-based keywords (couldn't distinguish acknowledged vs fixed), transformers float16 (34s, too slow), Qwen3-0.6B (failed YES cases), Qwen2.5-1.5B (same problem).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08368" y="3465575"/>
            <a:ext cx="20721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Chose: Gemma 3 1B via local GGUF import (ollama create). ~7s, correct YES/NO including implicit resolutions. Prompt explicitly handles 'please check now', 'we made the change' as resolved indicators.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63440" y="33558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Gemma only called when non-sender replies (minimises LLM calls). Auto-resolve runs every 15s poll cycle — zero LLM cost. Escalation threshold: 3 days. Auto-resolve threshold: 7 days. Both configurable constants.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995928"/>
            <a:ext cx="8321040" cy="841248"/>
          </a:xfrm>
          <a:prstGeom prst="rect">
            <a:avLst/>
          </a:prstGeom>
          <a:solidFill>
            <a:srgbClr val="1B2A3B"/>
          </a:solidFill>
          <a:ln w="10160">
            <a:solidFill>
              <a:srgbClr val="0B6E88"/>
            </a:solidFill>
            <a:prstDash val="solid"/>
          </a:ln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40507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give team control without exposing code?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4306824"/>
            <a:ext cx="1718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Tried: Flask server (firewall blocked port 5000 between VPN clients), ngrok (SSL intercepted by corporate network)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08368" y="4471416"/>
            <a:ext cx="2072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Chose: tracker_control.txt on SharePoint. Team edits one word (START/STOP). OneDrive syncs to dedicated machine in seconds. Script checks the file every 15s.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663440" y="430682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Limit: Requires OneDrive sync to be active on the dedicated machine.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548640"/>
            <a:ext cx="2011680" cy="2011680"/>
          </a:xfrm>
          <a:prstGeom prst="ellipse">
            <a:avLst/>
          </a:prstGeom>
          <a:solidFill>
            <a:srgbClr val="0E9AB5">
              <a:alpha val="30000"/>
            </a:srgbClr>
          </a:solidFill>
          <a:ln w="12700">
            <a:solidFill>
              <a:srgbClr val="0E9AB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3657600"/>
            <a:ext cx="1463040" cy="1463040"/>
          </a:xfrm>
          <a:prstGeom prst="ellipse">
            <a:avLst/>
          </a:prstGeom>
          <a:solidFill>
            <a:srgbClr val="0D1B2A">
              <a:alpha val="60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0" y="10972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8404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840480" y="2560320"/>
            <a:ext cx="4937760" cy="27432"/>
          </a:xfrm>
          <a:prstGeom prst="rect">
            <a:avLst/>
          </a:prstGeom>
          <a:solidFill>
            <a:srgbClr val="0B6E88"/>
          </a:solidFill>
          <a:ln w="12700">
            <a:solidFill>
              <a:srgbClr val="0B6E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269748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6517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Script: dynamic_dashboard.py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310896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mail_tracker.xlsx on SharePoint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352044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474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Models: GLiNER  ·  BGE  ·  Gemma 3 1B (local GGUF)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931920"/>
            <a:ext cx="73152" cy="731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38862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Trigger: tracker_control.txt on SharePoint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4343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Sambhav Singwi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&amp; AI Intern — EXL Service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" y="4434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DE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entirely during the internship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2129</Words>
  <Application>Microsoft Office PowerPoint</Application>
  <PresentationFormat>On-screen Show (16:9)</PresentationFormat>
  <Paragraphs>191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Sambhav Singwi</cp:lastModifiedBy>
  <cp:revision>4</cp:revision>
  <dcterms:created xsi:type="dcterms:W3CDTF">2026-07-13T13:27:33Z</dcterms:created>
  <dcterms:modified xsi:type="dcterms:W3CDTF">2026-07-14T13:17:23Z</dcterms:modified>
</cp:coreProperties>
</file>